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"/>
  </p:notesMasterIdLst>
  <p:sldIdLst>
    <p:sldId id="260" r:id="rId2"/>
    <p:sldId id="262" r:id="rId3"/>
    <p:sldId id="261" r:id="rId4"/>
    <p:sldId id="257" r:id="rId5"/>
    <p:sldId id="258" r:id="rId6"/>
    <p:sldId id="259" r:id="rId7"/>
    <p:sldId id="256" r:id="rId8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2668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86" d="100"/>
          <a:sy n="86" d="100"/>
        </p:scale>
        <p:origin x="514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1006477-E2D3-4544-8E9C-7AA72D12FB4A}" type="datetimeFigureOut">
              <a:rPr kumimoji="1" lang="ja-JP" altLang="en-US" smtClean="0"/>
              <a:t>2025/5/27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9C81D8F-CC0F-4D4A-8805-4675F4845A4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1833457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9C81D8F-CC0F-4D4A-8805-4675F4845A41}" type="slidenum">
              <a:rPr kumimoji="1" lang="ja-JP" altLang="en-US" smtClean="0"/>
              <a:t>1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56519040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89F9835-E64F-E9F3-DA96-8C9579B52F5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6D590FAA-F99A-87F9-82E9-49D84057E44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EBDA4E33-4C52-A8FC-6446-EBDD645A84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EA1EDF-4607-42E2-9E3B-113186C32DEC}" type="datetimeFigureOut">
              <a:rPr kumimoji="1" lang="ja-JP" altLang="en-US" smtClean="0"/>
              <a:t>2025/5/27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CAF6213F-FCBD-ED5F-1A13-0EE0B59D8C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C38386EF-DDC0-6656-8345-3AE7698A2D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72CD50-29EB-40E5-B051-5621F75EA6B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782252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DBD5803-26C4-3B4F-4C3F-481ADBDF3D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8121E951-290B-3A30-9513-A6D75D6402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4C8A15B0-9F65-A732-6F93-5F39C45C68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EA1EDF-4607-42E2-9E3B-113186C32DEC}" type="datetimeFigureOut">
              <a:rPr kumimoji="1" lang="ja-JP" altLang="en-US" smtClean="0"/>
              <a:t>2025/5/27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F34C8922-E670-E4C9-DD5F-C35181566A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44D377FE-85DE-CFDF-489C-27A099BA21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72CD50-29EB-40E5-B051-5621F75EA6B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3898757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127792F-804D-C723-0626-CBB63AA437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81AA3B23-BE62-15B3-83FD-7A57F17D46A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24DAEE08-BE16-8BE8-D6EE-47ECCD0CB0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EA1EDF-4607-42E2-9E3B-113186C32DEC}" type="datetimeFigureOut">
              <a:rPr kumimoji="1" lang="ja-JP" altLang="en-US" smtClean="0"/>
              <a:t>2025/5/27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E5412815-2DAE-28FC-90A4-5C647F73AF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E9634ED1-65E3-EE2D-1A6E-EBDD642D97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72CD50-29EB-40E5-B051-5621F75EA6B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9316763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365BCBA-1634-DBF2-763C-3C3D40ADEA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E5F91512-83A5-3CF6-46D2-544A99243BD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9D1D9FB4-FC20-E89F-BCD2-94A9B8E5298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74407489-F638-F390-E5A9-9864F048B2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EA1EDF-4607-42E2-9E3B-113186C32DEC}" type="datetimeFigureOut">
              <a:rPr kumimoji="1" lang="ja-JP" altLang="en-US" smtClean="0"/>
              <a:t>2025/5/27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0DE84E6C-764F-2237-AE05-CA4854D125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06B6A0B8-D426-458D-47D2-B5AE2632C8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72CD50-29EB-40E5-B051-5621F75EA6B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441067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FBBA67E-9134-FF05-1A5F-349E5747B5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C47E7F1C-7FBF-21F2-DC34-C82B09CF21D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56EFA460-FFD0-ADC0-0AF6-DB3A0F23C71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1BD0A72B-FF18-7AF1-9F50-D6699C0D8C4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D2BE5C1A-E439-54EC-368F-7C013AE58A2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7362C39E-28AB-AE16-3ACE-8AA5C083C3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EA1EDF-4607-42E2-9E3B-113186C32DEC}" type="datetimeFigureOut">
              <a:rPr kumimoji="1" lang="ja-JP" altLang="en-US" smtClean="0"/>
              <a:t>2025/5/27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70883BA7-C5AB-EE7E-3F24-F6A613018F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E0F97A3A-E369-E8FC-3480-980A0B236D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72CD50-29EB-40E5-B051-5621F75EA6B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714572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FC11DB2-A93C-22FF-4E73-0EB100FAFB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E7EC39FE-93CE-2803-24AA-A00D9BCCE0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EA1EDF-4607-42E2-9E3B-113186C32DEC}" type="datetimeFigureOut">
              <a:rPr kumimoji="1" lang="ja-JP" altLang="en-US" smtClean="0"/>
              <a:t>2025/5/27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D561D16C-47DA-B166-2F3C-77FE5F1CDC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2A74BF2E-B4B3-D995-3A0B-9CE1746F1A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72CD50-29EB-40E5-B051-5621F75EA6B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2607381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088B39DB-1583-1741-7DC9-D177563E8F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EA1EDF-4607-42E2-9E3B-113186C32DEC}" type="datetimeFigureOut">
              <a:rPr kumimoji="1" lang="ja-JP" altLang="en-US" smtClean="0"/>
              <a:t>2025/5/27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59D4FCA2-CAA5-669D-5F62-B250EB6757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E0F79CF5-EFCC-FF59-3CE1-B5C2E417EB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72CD50-29EB-40E5-B051-5621F75EA6B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5881042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007AA4F-5493-4781-597E-135C6DB3DB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1DAB5523-3800-15A1-9F28-AA524701D3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0355033D-353D-4511-9AD4-CB0F3DF3CC6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B8B0C939-AC9F-FB71-E4AD-687FB43D6D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EA1EDF-4607-42E2-9E3B-113186C32DEC}" type="datetimeFigureOut">
              <a:rPr kumimoji="1" lang="ja-JP" altLang="en-US" smtClean="0"/>
              <a:t>2025/5/27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EC138D2E-8245-C7C3-95E1-AD9A8707D9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850D13E4-AAC6-F2D1-78D4-AD4F0014E4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72CD50-29EB-40E5-B051-5621F75EA6B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5754735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5985783-E510-7594-D08A-4FAFD4D6A7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C26A3854-ECBF-B6E4-89CF-3A8470AE2D0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63AB3B7A-DC89-0A86-8694-F7B170AABB8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6B0F2014-3816-099F-1B2F-C0A1E4F3ED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EA1EDF-4607-42E2-9E3B-113186C32DEC}" type="datetimeFigureOut">
              <a:rPr kumimoji="1" lang="ja-JP" altLang="en-US" smtClean="0"/>
              <a:t>2025/5/27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AEB81F88-1B85-A78B-8AE8-616F3A9F0E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33891D9D-852E-C823-A2B0-2E0F3FF942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72CD50-29EB-40E5-B051-5621F75EA6B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333712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599DC5B-D03C-D522-5F2A-A2527C0159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E9C07524-01D1-9F38-46AA-BA8D096F2E9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BCC21D12-B0C2-49D0-941E-2D22335DF7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EA1EDF-4607-42E2-9E3B-113186C32DEC}" type="datetimeFigureOut">
              <a:rPr kumimoji="1" lang="ja-JP" altLang="en-US" smtClean="0"/>
              <a:t>2025/5/27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9769DABC-802F-018F-27DD-69646C325D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77FABDF6-854A-2EBC-0342-1C332AC689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72CD50-29EB-40E5-B051-5621F75EA6B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5345446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D5D8BC2D-C96E-E81D-4286-EDE0F5F67AD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F84B8384-D5F2-2F53-297C-240BD96756B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34E9CAF8-1DCD-6321-C8DD-BA50EAEB8D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EA1EDF-4607-42E2-9E3B-113186C32DEC}" type="datetimeFigureOut">
              <a:rPr kumimoji="1" lang="ja-JP" altLang="en-US" smtClean="0"/>
              <a:t>2025/5/27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686A3F27-9344-D617-1936-4DE2016723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98853D83-9A0A-DE17-9764-2D572A71E4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72CD50-29EB-40E5-B051-5621F75EA6B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5869943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6D5B916C-526B-62E0-3D09-21F2E874C7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FAB49119-6320-4B05-8679-5FE36680E7B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F39858E4-C86F-A47F-6C19-C70FEE748FA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BEA1EDF-4607-42E2-9E3B-113186C32DEC}" type="datetimeFigureOut">
              <a:rPr kumimoji="1" lang="ja-JP" altLang="en-US" smtClean="0"/>
              <a:t>2025/5/27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A5EEDC43-A92D-81AD-CFA8-8295CEFA50D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82F677EC-4F72-DD54-FAA4-A06E8041C84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D72CD50-29EB-40E5-B051-5621F75EA6B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9162531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5A073F-AA53-A3DF-4C47-284610A1E2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2" name="直線矢印コネクタ 81">
            <a:extLst>
              <a:ext uri="{FF2B5EF4-FFF2-40B4-BE49-F238E27FC236}">
                <a16:creationId xmlns:a16="http://schemas.microsoft.com/office/drawing/2014/main" id="{5C32E447-BC33-B459-88D9-8D3FA80EFA27}"/>
              </a:ext>
            </a:extLst>
          </p:cNvPr>
          <p:cNvCxnSpPr>
            <a:cxnSpLocks/>
          </p:cNvCxnSpPr>
          <p:nvPr/>
        </p:nvCxnSpPr>
        <p:spPr>
          <a:xfrm>
            <a:off x="3346865" y="3897606"/>
            <a:ext cx="0" cy="36000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F22B1770-D8E7-A950-49D1-95FCFF6BE36D}"/>
              </a:ext>
            </a:extLst>
          </p:cNvPr>
          <p:cNvSpPr txBox="1"/>
          <p:nvPr/>
        </p:nvSpPr>
        <p:spPr>
          <a:xfrm>
            <a:off x="6789414" y="4424049"/>
            <a:ext cx="130035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000" dirty="0">
                <a:latin typeface="Arial" panose="020B0604020202020204" pitchFamily="34" charset="0"/>
                <a:ea typeface="Arial Unicode MS" panose="020B0604020202020204" pitchFamily="50" charset="-128"/>
                <a:cs typeface="Arial" panose="020B0604020202020204" pitchFamily="34" charset="0"/>
              </a:rPr>
              <a:t>Mn(IV)=O</a:t>
            </a:r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CB676EE2-9B7C-5C14-5472-674884A75084}"/>
              </a:ext>
            </a:extLst>
          </p:cNvPr>
          <p:cNvSpPr txBox="1"/>
          <p:nvPr/>
        </p:nvSpPr>
        <p:spPr>
          <a:xfrm>
            <a:off x="8611344" y="4424049"/>
            <a:ext cx="129554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000" dirty="0">
                <a:latin typeface="Arial" panose="020B0604020202020204" pitchFamily="34" charset="0"/>
                <a:ea typeface="Arial Unicode MS" panose="020B0604020202020204" pitchFamily="50" charset="-128"/>
                <a:cs typeface="Arial" panose="020B0604020202020204" pitchFamily="34" charset="0"/>
              </a:rPr>
              <a:t>Mn(III)-O•</a:t>
            </a:r>
          </a:p>
        </p:txBody>
      </p:sp>
      <p:cxnSp>
        <p:nvCxnSpPr>
          <p:cNvPr id="14" name="直線矢印コネクタ 13">
            <a:extLst>
              <a:ext uri="{FF2B5EF4-FFF2-40B4-BE49-F238E27FC236}">
                <a16:creationId xmlns:a16="http://schemas.microsoft.com/office/drawing/2014/main" id="{14389802-A15D-5C36-5D55-6F45F2F8F0CE}"/>
              </a:ext>
            </a:extLst>
          </p:cNvPr>
          <p:cNvCxnSpPr>
            <a:cxnSpLocks/>
          </p:cNvCxnSpPr>
          <p:nvPr/>
        </p:nvCxnSpPr>
        <p:spPr>
          <a:xfrm flipV="1">
            <a:off x="1273331" y="1485983"/>
            <a:ext cx="0" cy="2872953"/>
          </a:xfrm>
          <a:prstGeom prst="straightConnector1">
            <a:avLst/>
          </a:prstGeom>
          <a:ln w="28575">
            <a:solidFill>
              <a:schemeClr val="tx1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930B2221-AA71-0A3D-92D8-87B6C20B3CDC}"/>
              </a:ext>
            </a:extLst>
          </p:cNvPr>
          <p:cNvSpPr txBox="1"/>
          <p:nvPr/>
        </p:nvSpPr>
        <p:spPr>
          <a:xfrm rot="16200000">
            <a:off x="-35117" y="2589759"/>
            <a:ext cx="17235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dirty="0">
                <a:latin typeface="Arial" panose="020B0604020202020204" pitchFamily="34" charset="0"/>
                <a:ea typeface="Arial Unicode MS" panose="020B0604020202020204" pitchFamily="50" charset="-128"/>
                <a:cs typeface="Arial" panose="020B0604020202020204" pitchFamily="34" charset="0"/>
              </a:rPr>
              <a:t>Orbital Energy </a:t>
            </a:r>
            <a:endParaRPr kumimoji="1" lang="ja-JP" altLang="en-US" dirty="0">
              <a:latin typeface="Arial" panose="020B0604020202020204" pitchFamily="34" charset="0"/>
              <a:ea typeface="Arial Unicode MS" panose="020B0604020202020204" pitchFamily="50" charset="-128"/>
              <a:cs typeface="Arial" panose="020B0604020202020204" pitchFamily="34" charset="0"/>
            </a:endParaRPr>
          </a:p>
        </p:txBody>
      </p:sp>
      <p:cxnSp>
        <p:nvCxnSpPr>
          <p:cNvPr id="16" name="直線矢印コネクタ 15">
            <a:extLst>
              <a:ext uri="{FF2B5EF4-FFF2-40B4-BE49-F238E27FC236}">
                <a16:creationId xmlns:a16="http://schemas.microsoft.com/office/drawing/2014/main" id="{D03BA99D-7458-A8BA-0DAE-A509EE998570}"/>
              </a:ext>
            </a:extLst>
          </p:cNvPr>
          <p:cNvCxnSpPr>
            <a:cxnSpLocks/>
          </p:cNvCxnSpPr>
          <p:nvPr/>
        </p:nvCxnSpPr>
        <p:spPr>
          <a:xfrm>
            <a:off x="8103135" y="4624104"/>
            <a:ext cx="494974" cy="0"/>
          </a:xfrm>
          <a:prstGeom prst="straightConnector1">
            <a:avLst/>
          </a:prstGeom>
          <a:ln w="44450">
            <a:solidFill>
              <a:schemeClr val="tx1"/>
            </a:solidFill>
            <a:headEnd type="triangl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直線コネクタ 58">
            <a:extLst>
              <a:ext uri="{FF2B5EF4-FFF2-40B4-BE49-F238E27FC236}">
                <a16:creationId xmlns:a16="http://schemas.microsoft.com/office/drawing/2014/main" id="{29E9E73C-C45D-AA00-469E-A6530CC2D981}"/>
              </a:ext>
            </a:extLst>
          </p:cNvPr>
          <p:cNvCxnSpPr>
            <a:cxnSpLocks/>
          </p:cNvCxnSpPr>
          <p:nvPr/>
        </p:nvCxnSpPr>
        <p:spPr>
          <a:xfrm>
            <a:off x="4883872" y="4072910"/>
            <a:ext cx="434305" cy="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直線矢印コネクタ 59">
            <a:extLst>
              <a:ext uri="{FF2B5EF4-FFF2-40B4-BE49-F238E27FC236}">
                <a16:creationId xmlns:a16="http://schemas.microsoft.com/office/drawing/2014/main" id="{3B7E6A73-7870-6554-B770-EFAB78F2C788}"/>
              </a:ext>
            </a:extLst>
          </p:cNvPr>
          <p:cNvCxnSpPr/>
          <p:nvPr/>
        </p:nvCxnSpPr>
        <p:spPr>
          <a:xfrm flipV="1">
            <a:off x="5002470" y="3870791"/>
            <a:ext cx="0" cy="36000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直線矢印コネクタ 60">
            <a:extLst>
              <a:ext uri="{FF2B5EF4-FFF2-40B4-BE49-F238E27FC236}">
                <a16:creationId xmlns:a16="http://schemas.microsoft.com/office/drawing/2014/main" id="{AF32E155-CE2D-578E-9A03-CA2EFB654CDC}"/>
              </a:ext>
            </a:extLst>
          </p:cNvPr>
          <p:cNvCxnSpPr>
            <a:cxnSpLocks/>
          </p:cNvCxnSpPr>
          <p:nvPr/>
        </p:nvCxnSpPr>
        <p:spPr>
          <a:xfrm>
            <a:off x="5180089" y="3897606"/>
            <a:ext cx="0" cy="360000"/>
          </a:xfrm>
          <a:prstGeom prst="straightConnector1">
            <a:avLst/>
          </a:prstGeom>
          <a:ln w="38100">
            <a:solidFill>
              <a:srgbClr val="FF0000"/>
            </a:solidFill>
            <a:prstDash val="sysDot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直線コネクタ 61">
            <a:extLst>
              <a:ext uri="{FF2B5EF4-FFF2-40B4-BE49-F238E27FC236}">
                <a16:creationId xmlns:a16="http://schemas.microsoft.com/office/drawing/2014/main" id="{C2F4E6E9-73FC-6163-A83E-0B8538197A05}"/>
              </a:ext>
            </a:extLst>
          </p:cNvPr>
          <p:cNvCxnSpPr>
            <a:cxnSpLocks/>
          </p:cNvCxnSpPr>
          <p:nvPr/>
        </p:nvCxnSpPr>
        <p:spPr>
          <a:xfrm>
            <a:off x="4883871" y="3368042"/>
            <a:ext cx="434305" cy="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直線矢印コネクタ 62">
            <a:extLst>
              <a:ext uri="{FF2B5EF4-FFF2-40B4-BE49-F238E27FC236}">
                <a16:creationId xmlns:a16="http://schemas.microsoft.com/office/drawing/2014/main" id="{EA3A40B9-4EA7-B20A-1F44-0B992BA07761}"/>
              </a:ext>
            </a:extLst>
          </p:cNvPr>
          <p:cNvCxnSpPr>
            <a:cxnSpLocks/>
          </p:cNvCxnSpPr>
          <p:nvPr/>
        </p:nvCxnSpPr>
        <p:spPr>
          <a:xfrm flipV="1">
            <a:off x="5002469" y="3165923"/>
            <a:ext cx="0" cy="36000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直線コネクタ 63">
            <a:extLst>
              <a:ext uri="{FF2B5EF4-FFF2-40B4-BE49-F238E27FC236}">
                <a16:creationId xmlns:a16="http://schemas.microsoft.com/office/drawing/2014/main" id="{06BFE741-7EE4-2813-75BD-47907808725F}"/>
              </a:ext>
            </a:extLst>
          </p:cNvPr>
          <p:cNvCxnSpPr>
            <a:cxnSpLocks/>
          </p:cNvCxnSpPr>
          <p:nvPr/>
        </p:nvCxnSpPr>
        <p:spPr>
          <a:xfrm>
            <a:off x="4886458" y="2107974"/>
            <a:ext cx="434305" cy="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直線矢印コネクタ 64">
            <a:extLst>
              <a:ext uri="{FF2B5EF4-FFF2-40B4-BE49-F238E27FC236}">
                <a16:creationId xmlns:a16="http://schemas.microsoft.com/office/drawing/2014/main" id="{B10C47E1-6F63-CD76-2217-2AD1B79D551D}"/>
              </a:ext>
            </a:extLst>
          </p:cNvPr>
          <p:cNvCxnSpPr>
            <a:cxnSpLocks/>
          </p:cNvCxnSpPr>
          <p:nvPr/>
        </p:nvCxnSpPr>
        <p:spPr>
          <a:xfrm>
            <a:off x="5180089" y="3195938"/>
            <a:ext cx="0" cy="36000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直線コネクタ 65">
            <a:extLst>
              <a:ext uri="{FF2B5EF4-FFF2-40B4-BE49-F238E27FC236}">
                <a16:creationId xmlns:a16="http://schemas.microsoft.com/office/drawing/2014/main" id="{3B93A2BC-C029-138F-5D06-BF951C073288}"/>
              </a:ext>
            </a:extLst>
          </p:cNvPr>
          <p:cNvCxnSpPr>
            <a:cxnSpLocks/>
          </p:cNvCxnSpPr>
          <p:nvPr/>
        </p:nvCxnSpPr>
        <p:spPr>
          <a:xfrm>
            <a:off x="4618957" y="3021415"/>
            <a:ext cx="434305" cy="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直線矢印コネクタ 66">
            <a:extLst>
              <a:ext uri="{FF2B5EF4-FFF2-40B4-BE49-F238E27FC236}">
                <a16:creationId xmlns:a16="http://schemas.microsoft.com/office/drawing/2014/main" id="{67734575-DBE4-2352-F4AC-5747AC0BC2D4}"/>
              </a:ext>
            </a:extLst>
          </p:cNvPr>
          <p:cNvCxnSpPr>
            <a:cxnSpLocks/>
          </p:cNvCxnSpPr>
          <p:nvPr/>
        </p:nvCxnSpPr>
        <p:spPr>
          <a:xfrm flipV="1">
            <a:off x="4737555" y="2819296"/>
            <a:ext cx="0" cy="36000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直線コネクタ 67">
            <a:extLst>
              <a:ext uri="{FF2B5EF4-FFF2-40B4-BE49-F238E27FC236}">
                <a16:creationId xmlns:a16="http://schemas.microsoft.com/office/drawing/2014/main" id="{EF81CEC8-D46A-54FB-5831-12C280F38B8C}"/>
              </a:ext>
            </a:extLst>
          </p:cNvPr>
          <p:cNvCxnSpPr>
            <a:cxnSpLocks/>
          </p:cNvCxnSpPr>
          <p:nvPr/>
        </p:nvCxnSpPr>
        <p:spPr>
          <a:xfrm>
            <a:off x="4885194" y="1648393"/>
            <a:ext cx="434305" cy="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直線コネクタ 68">
            <a:extLst>
              <a:ext uri="{FF2B5EF4-FFF2-40B4-BE49-F238E27FC236}">
                <a16:creationId xmlns:a16="http://schemas.microsoft.com/office/drawing/2014/main" id="{F3915D7E-049E-6514-23B7-38F0D48E5C31}"/>
              </a:ext>
            </a:extLst>
          </p:cNvPr>
          <p:cNvCxnSpPr>
            <a:cxnSpLocks/>
          </p:cNvCxnSpPr>
          <p:nvPr/>
        </p:nvCxnSpPr>
        <p:spPr>
          <a:xfrm>
            <a:off x="5200901" y="3021415"/>
            <a:ext cx="434305" cy="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直線矢印コネクタ 69">
            <a:extLst>
              <a:ext uri="{FF2B5EF4-FFF2-40B4-BE49-F238E27FC236}">
                <a16:creationId xmlns:a16="http://schemas.microsoft.com/office/drawing/2014/main" id="{D7BAA5FB-3458-BE14-FB17-6905BD683E39}"/>
              </a:ext>
            </a:extLst>
          </p:cNvPr>
          <p:cNvCxnSpPr>
            <a:cxnSpLocks/>
          </p:cNvCxnSpPr>
          <p:nvPr/>
        </p:nvCxnSpPr>
        <p:spPr>
          <a:xfrm flipV="1">
            <a:off x="5319499" y="2819296"/>
            <a:ext cx="0" cy="36000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1" name="テキスト ボックス 70">
            <a:extLst>
              <a:ext uri="{FF2B5EF4-FFF2-40B4-BE49-F238E27FC236}">
                <a16:creationId xmlns:a16="http://schemas.microsoft.com/office/drawing/2014/main" id="{F3E3895E-476F-7006-E4AB-DC383C14E0D2}"/>
              </a:ext>
            </a:extLst>
          </p:cNvPr>
          <p:cNvSpPr txBox="1"/>
          <p:nvPr/>
        </p:nvSpPr>
        <p:spPr>
          <a:xfrm>
            <a:off x="6984027" y="5031786"/>
            <a:ext cx="268374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800" b="1" dirty="0">
                <a:latin typeface="Arial" panose="020B0604020202020204" pitchFamily="34" charset="0"/>
                <a:cs typeface="Arial" panose="020B0604020202020204" pitchFamily="34" charset="0"/>
              </a:rPr>
              <a:t>Na</a:t>
            </a:r>
            <a:r>
              <a:rPr kumimoji="1" lang="en-US" altLang="ja-JP" sz="2800" b="1" baseline="30000" dirty="0">
                <a:latin typeface="Arial" panose="020B0604020202020204" pitchFamily="34" charset="0"/>
                <a:cs typeface="Arial" panose="020B0604020202020204" pitchFamily="34" charset="0"/>
              </a:rPr>
              <a:t>+</a:t>
            </a:r>
            <a:r>
              <a:rPr kumimoji="1" lang="en-US" altLang="ja-JP" sz="2800" b="1" dirty="0">
                <a:latin typeface="Arial" panose="020B0604020202020204" pitchFamily="34" charset="0"/>
                <a:cs typeface="Arial" panose="020B0604020202020204" pitchFamily="34" charset="0"/>
              </a:rPr>
              <a:t> electrolyte</a:t>
            </a:r>
            <a:endParaRPr kumimoji="1" lang="ja-JP" altLang="en-US" sz="28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2" name="テキスト ボックス 71">
            <a:extLst>
              <a:ext uri="{FF2B5EF4-FFF2-40B4-BE49-F238E27FC236}">
                <a16:creationId xmlns:a16="http://schemas.microsoft.com/office/drawing/2014/main" id="{6CB677F1-8290-292F-D2DA-55B8E9327AE9}"/>
              </a:ext>
            </a:extLst>
          </p:cNvPr>
          <p:cNvSpPr txBox="1"/>
          <p:nvPr/>
        </p:nvSpPr>
        <p:spPr>
          <a:xfrm>
            <a:off x="3082479" y="5031786"/>
            <a:ext cx="248337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800" b="1" dirty="0">
                <a:latin typeface="Arial" panose="020B0604020202020204" pitchFamily="34" charset="0"/>
                <a:cs typeface="Arial" panose="020B0604020202020204" pitchFamily="34" charset="0"/>
              </a:rPr>
              <a:t>K</a:t>
            </a:r>
            <a:r>
              <a:rPr kumimoji="1" lang="en-US" altLang="ja-JP" sz="2800" b="1" baseline="30000" dirty="0">
                <a:latin typeface="Arial" panose="020B0604020202020204" pitchFamily="34" charset="0"/>
                <a:cs typeface="Arial" panose="020B0604020202020204" pitchFamily="34" charset="0"/>
              </a:rPr>
              <a:t>+</a:t>
            </a:r>
            <a:r>
              <a:rPr kumimoji="1" lang="en-US" altLang="ja-JP" sz="28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ja-JP" sz="2800" b="1" dirty="0">
                <a:latin typeface="Arial" panose="020B0604020202020204" pitchFamily="34" charset="0"/>
                <a:cs typeface="Arial" panose="020B0604020202020204" pitchFamily="34" charset="0"/>
              </a:rPr>
              <a:t>electrolyte</a:t>
            </a:r>
            <a:endParaRPr kumimoji="1" lang="ja-JP" altLang="en-US" sz="28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73" name="直線コネクタ 72">
            <a:extLst>
              <a:ext uri="{FF2B5EF4-FFF2-40B4-BE49-F238E27FC236}">
                <a16:creationId xmlns:a16="http://schemas.microsoft.com/office/drawing/2014/main" id="{0C9AD93C-9E8D-0DAB-3FEA-B313C52B68EE}"/>
              </a:ext>
            </a:extLst>
          </p:cNvPr>
          <p:cNvCxnSpPr>
            <a:cxnSpLocks/>
          </p:cNvCxnSpPr>
          <p:nvPr/>
        </p:nvCxnSpPr>
        <p:spPr>
          <a:xfrm>
            <a:off x="5729054" y="3082551"/>
            <a:ext cx="3653119" cy="0"/>
          </a:xfrm>
          <a:prstGeom prst="line">
            <a:avLst/>
          </a:prstGeom>
          <a:ln w="19050">
            <a:solidFill>
              <a:schemeClr val="tx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5" name="テキスト ボックス 74">
            <a:extLst>
              <a:ext uri="{FF2B5EF4-FFF2-40B4-BE49-F238E27FC236}">
                <a16:creationId xmlns:a16="http://schemas.microsoft.com/office/drawing/2014/main" id="{E58C7FD9-4C6E-468C-A3F4-410638C2601B}"/>
              </a:ext>
            </a:extLst>
          </p:cNvPr>
          <p:cNvSpPr txBox="1"/>
          <p:nvPr/>
        </p:nvSpPr>
        <p:spPr>
          <a:xfrm>
            <a:off x="5637590" y="3341257"/>
            <a:ext cx="12362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b="1" dirty="0">
                <a:solidFill>
                  <a:srgbClr val="42668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stabilized</a:t>
            </a:r>
            <a:endParaRPr kumimoji="1" lang="ja-JP" altLang="en-US" b="1" dirty="0">
              <a:solidFill>
                <a:srgbClr val="42668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8" name="テキスト ボックス 77">
            <a:extLst>
              <a:ext uri="{FF2B5EF4-FFF2-40B4-BE49-F238E27FC236}">
                <a16:creationId xmlns:a16="http://schemas.microsoft.com/office/drawing/2014/main" id="{915B0474-6275-89D3-78BF-5A91ED6ADF2E}"/>
              </a:ext>
            </a:extLst>
          </p:cNvPr>
          <p:cNvSpPr txBox="1"/>
          <p:nvPr/>
        </p:nvSpPr>
        <p:spPr>
          <a:xfrm>
            <a:off x="2710385" y="4424049"/>
            <a:ext cx="130035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000" dirty="0">
                <a:latin typeface="Arial" panose="020B0604020202020204" pitchFamily="34" charset="0"/>
                <a:ea typeface="Arial Unicode MS" panose="020B0604020202020204" pitchFamily="50" charset="-128"/>
                <a:cs typeface="Arial" panose="020B0604020202020204" pitchFamily="34" charset="0"/>
              </a:rPr>
              <a:t>Mn(IV)=O</a:t>
            </a:r>
          </a:p>
        </p:txBody>
      </p:sp>
      <p:sp>
        <p:nvSpPr>
          <p:cNvPr id="79" name="テキスト ボックス 78">
            <a:extLst>
              <a:ext uri="{FF2B5EF4-FFF2-40B4-BE49-F238E27FC236}">
                <a16:creationId xmlns:a16="http://schemas.microsoft.com/office/drawing/2014/main" id="{71165A4D-17ED-F3FB-B3A6-B646A92C845D}"/>
              </a:ext>
            </a:extLst>
          </p:cNvPr>
          <p:cNvSpPr txBox="1"/>
          <p:nvPr/>
        </p:nvSpPr>
        <p:spPr>
          <a:xfrm>
            <a:off x="4532315" y="4424049"/>
            <a:ext cx="129554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000" dirty="0">
                <a:latin typeface="Arial" panose="020B0604020202020204" pitchFamily="34" charset="0"/>
                <a:ea typeface="Arial Unicode MS" panose="020B0604020202020204" pitchFamily="50" charset="-128"/>
                <a:cs typeface="Arial" panose="020B0604020202020204" pitchFamily="34" charset="0"/>
              </a:rPr>
              <a:t>Mn(III)-O•</a:t>
            </a:r>
          </a:p>
        </p:txBody>
      </p:sp>
      <p:cxnSp>
        <p:nvCxnSpPr>
          <p:cNvPr id="80" name="直線矢印コネクタ 79">
            <a:extLst>
              <a:ext uri="{FF2B5EF4-FFF2-40B4-BE49-F238E27FC236}">
                <a16:creationId xmlns:a16="http://schemas.microsoft.com/office/drawing/2014/main" id="{4B4EBDC5-D9E4-21F1-EF98-1C00910CFCD4}"/>
              </a:ext>
            </a:extLst>
          </p:cNvPr>
          <p:cNvCxnSpPr>
            <a:cxnSpLocks/>
          </p:cNvCxnSpPr>
          <p:nvPr/>
        </p:nvCxnSpPr>
        <p:spPr>
          <a:xfrm>
            <a:off x="4024106" y="4624104"/>
            <a:ext cx="494974" cy="0"/>
          </a:xfrm>
          <a:prstGeom prst="straightConnector1">
            <a:avLst/>
          </a:prstGeom>
          <a:ln w="44450">
            <a:solidFill>
              <a:schemeClr val="tx1"/>
            </a:solidFill>
            <a:headEnd type="triangl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E3FE0A24-BF84-9990-888F-9C4DF958F6C7}"/>
              </a:ext>
            </a:extLst>
          </p:cNvPr>
          <p:cNvSpPr txBox="1"/>
          <p:nvPr/>
        </p:nvSpPr>
        <p:spPr>
          <a:xfrm>
            <a:off x="1744284" y="3846602"/>
            <a:ext cx="73930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000" dirty="0">
                <a:latin typeface="Arial" panose="020B0604020202020204" pitchFamily="34" charset="0"/>
                <a:cs typeface="Arial" panose="020B0604020202020204" pitchFamily="34" charset="0"/>
              </a:rPr>
              <a:t>O 2p</a:t>
            </a:r>
            <a:endParaRPr kumimoji="1" lang="ja-JP" alt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矢印: 下 12">
            <a:extLst>
              <a:ext uri="{FF2B5EF4-FFF2-40B4-BE49-F238E27FC236}">
                <a16:creationId xmlns:a16="http://schemas.microsoft.com/office/drawing/2014/main" id="{6E41A8BD-0169-5BB7-D0C0-44DA62667403}"/>
              </a:ext>
            </a:extLst>
          </p:cNvPr>
          <p:cNvSpPr/>
          <p:nvPr/>
        </p:nvSpPr>
        <p:spPr>
          <a:xfrm>
            <a:off x="6004758" y="3081185"/>
            <a:ext cx="343409" cy="296241"/>
          </a:xfrm>
          <a:prstGeom prst="downArrow">
            <a:avLst/>
          </a:prstGeom>
          <a:noFill/>
          <a:ln>
            <a:solidFill>
              <a:srgbClr val="42668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grpSp>
        <p:nvGrpSpPr>
          <p:cNvPr id="17" name="グループ化 16">
            <a:extLst>
              <a:ext uri="{FF2B5EF4-FFF2-40B4-BE49-F238E27FC236}">
                <a16:creationId xmlns:a16="http://schemas.microsoft.com/office/drawing/2014/main" id="{A17C0AE9-094F-2FAD-6E10-E50C6CC1B6A6}"/>
              </a:ext>
            </a:extLst>
          </p:cNvPr>
          <p:cNvGrpSpPr/>
          <p:nvPr/>
        </p:nvGrpSpPr>
        <p:grpSpPr>
          <a:xfrm>
            <a:off x="3052696" y="3873490"/>
            <a:ext cx="434305" cy="360000"/>
            <a:chOff x="9800585" y="3530138"/>
            <a:chExt cx="434305" cy="360000"/>
          </a:xfrm>
        </p:grpSpPr>
        <p:cxnSp>
          <p:nvCxnSpPr>
            <p:cNvPr id="42" name="直線コネクタ 41">
              <a:extLst>
                <a:ext uri="{FF2B5EF4-FFF2-40B4-BE49-F238E27FC236}">
                  <a16:creationId xmlns:a16="http://schemas.microsoft.com/office/drawing/2014/main" id="{1CE53B2B-7B8F-9727-1B6E-CEF923214BE6}"/>
                </a:ext>
              </a:extLst>
            </p:cNvPr>
            <p:cNvCxnSpPr>
              <a:cxnSpLocks/>
            </p:cNvCxnSpPr>
            <p:nvPr/>
          </p:nvCxnSpPr>
          <p:spPr>
            <a:xfrm>
              <a:off x="9800585" y="3732257"/>
              <a:ext cx="434305" cy="0"/>
            </a:xfrm>
            <a:prstGeom prst="line">
              <a:avLst/>
            </a:prstGeom>
            <a:ln w="5715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直線矢印コネクタ 42">
              <a:extLst>
                <a:ext uri="{FF2B5EF4-FFF2-40B4-BE49-F238E27FC236}">
                  <a16:creationId xmlns:a16="http://schemas.microsoft.com/office/drawing/2014/main" id="{BD20AB86-ADA2-101E-C1E4-BAE5A258BDEC}"/>
                </a:ext>
              </a:extLst>
            </p:cNvPr>
            <p:cNvCxnSpPr/>
            <p:nvPr/>
          </p:nvCxnSpPr>
          <p:spPr>
            <a:xfrm flipV="1">
              <a:off x="9919183" y="3530138"/>
              <a:ext cx="0" cy="36000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45" name="直線コネクタ 44">
            <a:extLst>
              <a:ext uri="{FF2B5EF4-FFF2-40B4-BE49-F238E27FC236}">
                <a16:creationId xmlns:a16="http://schemas.microsoft.com/office/drawing/2014/main" id="{A75E0ACC-09EF-1E1F-261D-80A461DDFFA3}"/>
              </a:ext>
            </a:extLst>
          </p:cNvPr>
          <p:cNvCxnSpPr>
            <a:cxnSpLocks/>
          </p:cNvCxnSpPr>
          <p:nvPr/>
        </p:nvCxnSpPr>
        <p:spPr>
          <a:xfrm>
            <a:off x="3052695" y="3370741"/>
            <a:ext cx="434305" cy="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直線矢印コネクタ 45">
            <a:extLst>
              <a:ext uri="{FF2B5EF4-FFF2-40B4-BE49-F238E27FC236}">
                <a16:creationId xmlns:a16="http://schemas.microsoft.com/office/drawing/2014/main" id="{7DA0A739-2163-29C5-C2FD-CEAFD2ECF3FF}"/>
              </a:ext>
            </a:extLst>
          </p:cNvPr>
          <p:cNvCxnSpPr>
            <a:cxnSpLocks/>
          </p:cNvCxnSpPr>
          <p:nvPr/>
        </p:nvCxnSpPr>
        <p:spPr>
          <a:xfrm flipV="1">
            <a:off x="3171293" y="3168622"/>
            <a:ext cx="0" cy="36000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直線コネクタ 46">
            <a:extLst>
              <a:ext uri="{FF2B5EF4-FFF2-40B4-BE49-F238E27FC236}">
                <a16:creationId xmlns:a16="http://schemas.microsoft.com/office/drawing/2014/main" id="{CA217154-7995-1644-0112-0E36A35CCE0E}"/>
              </a:ext>
            </a:extLst>
          </p:cNvPr>
          <p:cNvCxnSpPr>
            <a:cxnSpLocks/>
          </p:cNvCxnSpPr>
          <p:nvPr/>
        </p:nvCxnSpPr>
        <p:spPr>
          <a:xfrm>
            <a:off x="3055282" y="2110673"/>
            <a:ext cx="434305" cy="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直線コネクタ 48">
            <a:extLst>
              <a:ext uri="{FF2B5EF4-FFF2-40B4-BE49-F238E27FC236}">
                <a16:creationId xmlns:a16="http://schemas.microsoft.com/office/drawing/2014/main" id="{A8A0ED1A-C6FF-EE37-2BA7-9AE58A891925}"/>
              </a:ext>
            </a:extLst>
          </p:cNvPr>
          <p:cNvCxnSpPr>
            <a:cxnSpLocks/>
          </p:cNvCxnSpPr>
          <p:nvPr/>
        </p:nvCxnSpPr>
        <p:spPr>
          <a:xfrm>
            <a:off x="2787781" y="3024114"/>
            <a:ext cx="434305" cy="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直線矢印コネクタ 49">
            <a:extLst>
              <a:ext uri="{FF2B5EF4-FFF2-40B4-BE49-F238E27FC236}">
                <a16:creationId xmlns:a16="http://schemas.microsoft.com/office/drawing/2014/main" id="{8ACDD9A1-F61C-CDEA-3717-CA98AB5DD5E9}"/>
              </a:ext>
            </a:extLst>
          </p:cNvPr>
          <p:cNvCxnSpPr>
            <a:cxnSpLocks/>
          </p:cNvCxnSpPr>
          <p:nvPr/>
        </p:nvCxnSpPr>
        <p:spPr>
          <a:xfrm flipV="1">
            <a:off x="2906379" y="2821995"/>
            <a:ext cx="0" cy="36000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直線コネクタ 73">
            <a:extLst>
              <a:ext uri="{FF2B5EF4-FFF2-40B4-BE49-F238E27FC236}">
                <a16:creationId xmlns:a16="http://schemas.microsoft.com/office/drawing/2014/main" id="{45C1FA9C-3670-756E-CC0F-54C3B9673728}"/>
              </a:ext>
            </a:extLst>
          </p:cNvPr>
          <p:cNvCxnSpPr>
            <a:cxnSpLocks/>
          </p:cNvCxnSpPr>
          <p:nvPr/>
        </p:nvCxnSpPr>
        <p:spPr>
          <a:xfrm>
            <a:off x="3054018" y="1651092"/>
            <a:ext cx="434305" cy="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直線コネクタ 75">
            <a:extLst>
              <a:ext uri="{FF2B5EF4-FFF2-40B4-BE49-F238E27FC236}">
                <a16:creationId xmlns:a16="http://schemas.microsoft.com/office/drawing/2014/main" id="{1B896BC7-939C-4512-D702-306A561D7E13}"/>
              </a:ext>
            </a:extLst>
          </p:cNvPr>
          <p:cNvCxnSpPr>
            <a:cxnSpLocks/>
          </p:cNvCxnSpPr>
          <p:nvPr/>
        </p:nvCxnSpPr>
        <p:spPr>
          <a:xfrm>
            <a:off x="3369725" y="3024114"/>
            <a:ext cx="434305" cy="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直線矢印コネクタ 76">
            <a:extLst>
              <a:ext uri="{FF2B5EF4-FFF2-40B4-BE49-F238E27FC236}">
                <a16:creationId xmlns:a16="http://schemas.microsoft.com/office/drawing/2014/main" id="{A095345C-EC4B-04EC-43EA-1BD694BFD691}"/>
              </a:ext>
            </a:extLst>
          </p:cNvPr>
          <p:cNvCxnSpPr>
            <a:cxnSpLocks/>
          </p:cNvCxnSpPr>
          <p:nvPr/>
        </p:nvCxnSpPr>
        <p:spPr>
          <a:xfrm flipV="1">
            <a:off x="3488323" y="2821995"/>
            <a:ext cx="0" cy="36000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直線矢印コネクタ 82">
            <a:extLst>
              <a:ext uri="{FF2B5EF4-FFF2-40B4-BE49-F238E27FC236}">
                <a16:creationId xmlns:a16="http://schemas.microsoft.com/office/drawing/2014/main" id="{8ECCF251-A8AC-026B-1F4D-1FB9A6BEE7E0}"/>
              </a:ext>
            </a:extLst>
          </p:cNvPr>
          <p:cNvCxnSpPr>
            <a:cxnSpLocks/>
          </p:cNvCxnSpPr>
          <p:nvPr/>
        </p:nvCxnSpPr>
        <p:spPr>
          <a:xfrm>
            <a:off x="7528137" y="3897606"/>
            <a:ext cx="0" cy="36000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直線コネクタ 84">
            <a:extLst>
              <a:ext uri="{FF2B5EF4-FFF2-40B4-BE49-F238E27FC236}">
                <a16:creationId xmlns:a16="http://schemas.microsoft.com/office/drawing/2014/main" id="{4D1D3C84-0201-F594-BA92-61B4049F4969}"/>
              </a:ext>
            </a:extLst>
          </p:cNvPr>
          <p:cNvCxnSpPr>
            <a:cxnSpLocks/>
          </p:cNvCxnSpPr>
          <p:nvPr/>
        </p:nvCxnSpPr>
        <p:spPr>
          <a:xfrm>
            <a:off x="9065144" y="4072910"/>
            <a:ext cx="434305" cy="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直線矢印コネクタ 85">
            <a:extLst>
              <a:ext uri="{FF2B5EF4-FFF2-40B4-BE49-F238E27FC236}">
                <a16:creationId xmlns:a16="http://schemas.microsoft.com/office/drawing/2014/main" id="{83904DF6-F975-A397-831E-C4EF448275C8}"/>
              </a:ext>
            </a:extLst>
          </p:cNvPr>
          <p:cNvCxnSpPr/>
          <p:nvPr/>
        </p:nvCxnSpPr>
        <p:spPr>
          <a:xfrm flipV="1">
            <a:off x="9183742" y="3870791"/>
            <a:ext cx="0" cy="36000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直線矢印コネクタ 86">
            <a:extLst>
              <a:ext uri="{FF2B5EF4-FFF2-40B4-BE49-F238E27FC236}">
                <a16:creationId xmlns:a16="http://schemas.microsoft.com/office/drawing/2014/main" id="{EB2D60B4-EF9F-49A3-6695-8B9A6F208D93}"/>
              </a:ext>
            </a:extLst>
          </p:cNvPr>
          <p:cNvCxnSpPr>
            <a:cxnSpLocks/>
          </p:cNvCxnSpPr>
          <p:nvPr/>
        </p:nvCxnSpPr>
        <p:spPr>
          <a:xfrm>
            <a:off x="9361361" y="3897606"/>
            <a:ext cx="0" cy="360000"/>
          </a:xfrm>
          <a:prstGeom prst="straightConnector1">
            <a:avLst/>
          </a:prstGeom>
          <a:ln w="38100">
            <a:solidFill>
              <a:srgbClr val="FF0000"/>
            </a:solidFill>
            <a:prstDash val="sysDot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直線コネクタ 87">
            <a:extLst>
              <a:ext uri="{FF2B5EF4-FFF2-40B4-BE49-F238E27FC236}">
                <a16:creationId xmlns:a16="http://schemas.microsoft.com/office/drawing/2014/main" id="{8F5E0F90-79BA-1D63-B161-41967AA62E28}"/>
              </a:ext>
            </a:extLst>
          </p:cNvPr>
          <p:cNvCxnSpPr>
            <a:cxnSpLocks/>
          </p:cNvCxnSpPr>
          <p:nvPr/>
        </p:nvCxnSpPr>
        <p:spPr>
          <a:xfrm>
            <a:off x="9065143" y="3082551"/>
            <a:ext cx="434305" cy="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" name="直線矢印コネクタ 88">
            <a:extLst>
              <a:ext uri="{FF2B5EF4-FFF2-40B4-BE49-F238E27FC236}">
                <a16:creationId xmlns:a16="http://schemas.microsoft.com/office/drawing/2014/main" id="{9C30166B-80C0-8641-4734-2D9CFB8D9AA2}"/>
              </a:ext>
            </a:extLst>
          </p:cNvPr>
          <p:cNvCxnSpPr>
            <a:cxnSpLocks/>
          </p:cNvCxnSpPr>
          <p:nvPr/>
        </p:nvCxnSpPr>
        <p:spPr>
          <a:xfrm flipV="1">
            <a:off x="9183741" y="2880432"/>
            <a:ext cx="0" cy="36000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直線コネクタ 89">
            <a:extLst>
              <a:ext uri="{FF2B5EF4-FFF2-40B4-BE49-F238E27FC236}">
                <a16:creationId xmlns:a16="http://schemas.microsoft.com/office/drawing/2014/main" id="{F6420B4A-F800-993F-1913-59FBB58AFD9F}"/>
              </a:ext>
            </a:extLst>
          </p:cNvPr>
          <p:cNvCxnSpPr>
            <a:cxnSpLocks/>
          </p:cNvCxnSpPr>
          <p:nvPr/>
        </p:nvCxnSpPr>
        <p:spPr>
          <a:xfrm>
            <a:off x="9067730" y="1772043"/>
            <a:ext cx="434305" cy="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直線矢印コネクタ 90">
            <a:extLst>
              <a:ext uri="{FF2B5EF4-FFF2-40B4-BE49-F238E27FC236}">
                <a16:creationId xmlns:a16="http://schemas.microsoft.com/office/drawing/2014/main" id="{37C531AD-043B-0742-D105-344A2F6DC80E}"/>
              </a:ext>
            </a:extLst>
          </p:cNvPr>
          <p:cNvCxnSpPr>
            <a:cxnSpLocks/>
          </p:cNvCxnSpPr>
          <p:nvPr/>
        </p:nvCxnSpPr>
        <p:spPr>
          <a:xfrm>
            <a:off x="9361361" y="2902551"/>
            <a:ext cx="0" cy="36000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直線コネクタ 91">
            <a:extLst>
              <a:ext uri="{FF2B5EF4-FFF2-40B4-BE49-F238E27FC236}">
                <a16:creationId xmlns:a16="http://schemas.microsoft.com/office/drawing/2014/main" id="{3BE415B7-9914-24B0-2975-FD201F5A7569}"/>
              </a:ext>
            </a:extLst>
          </p:cNvPr>
          <p:cNvCxnSpPr>
            <a:cxnSpLocks/>
          </p:cNvCxnSpPr>
          <p:nvPr/>
        </p:nvCxnSpPr>
        <p:spPr>
          <a:xfrm>
            <a:off x="8800229" y="2735924"/>
            <a:ext cx="434305" cy="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直線矢印コネクタ 92">
            <a:extLst>
              <a:ext uri="{FF2B5EF4-FFF2-40B4-BE49-F238E27FC236}">
                <a16:creationId xmlns:a16="http://schemas.microsoft.com/office/drawing/2014/main" id="{3AD70DC0-3E8D-FC70-72A9-D335F19983CF}"/>
              </a:ext>
            </a:extLst>
          </p:cNvPr>
          <p:cNvCxnSpPr>
            <a:cxnSpLocks/>
          </p:cNvCxnSpPr>
          <p:nvPr/>
        </p:nvCxnSpPr>
        <p:spPr>
          <a:xfrm flipV="1">
            <a:off x="8918827" y="2533805"/>
            <a:ext cx="0" cy="36000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" name="直線コネクタ 93">
            <a:extLst>
              <a:ext uri="{FF2B5EF4-FFF2-40B4-BE49-F238E27FC236}">
                <a16:creationId xmlns:a16="http://schemas.microsoft.com/office/drawing/2014/main" id="{F341ED1E-BB38-9F74-F062-E633821174AE}"/>
              </a:ext>
            </a:extLst>
          </p:cNvPr>
          <p:cNvCxnSpPr>
            <a:cxnSpLocks/>
          </p:cNvCxnSpPr>
          <p:nvPr/>
        </p:nvCxnSpPr>
        <p:spPr>
          <a:xfrm>
            <a:off x="9066466" y="1312462"/>
            <a:ext cx="434305" cy="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" name="直線コネクタ 94">
            <a:extLst>
              <a:ext uri="{FF2B5EF4-FFF2-40B4-BE49-F238E27FC236}">
                <a16:creationId xmlns:a16="http://schemas.microsoft.com/office/drawing/2014/main" id="{149D818A-0BB1-5C95-FBE6-84998929C1EF}"/>
              </a:ext>
            </a:extLst>
          </p:cNvPr>
          <p:cNvCxnSpPr>
            <a:cxnSpLocks/>
          </p:cNvCxnSpPr>
          <p:nvPr/>
        </p:nvCxnSpPr>
        <p:spPr>
          <a:xfrm>
            <a:off x="9382173" y="2735924"/>
            <a:ext cx="434305" cy="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" name="直線矢印コネクタ 95">
            <a:extLst>
              <a:ext uri="{FF2B5EF4-FFF2-40B4-BE49-F238E27FC236}">
                <a16:creationId xmlns:a16="http://schemas.microsoft.com/office/drawing/2014/main" id="{BB32162B-90CB-B71E-532F-15D5D5C5C046}"/>
              </a:ext>
            </a:extLst>
          </p:cNvPr>
          <p:cNvCxnSpPr>
            <a:cxnSpLocks/>
          </p:cNvCxnSpPr>
          <p:nvPr/>
        </p:nvCxnSpPr>
        <p:spPr>
          <a:xfrm flipV="1">
            <a:off x="9500771" y="2533805"/>
            <a:ext cx="0" cy="36000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97" name="グループ化 96">
            <a:extLst>
              <a:ext uri="{FF2B5EF4-FFF2-40B4-BE49-F238E27FC236}">
                <a16:creationId xmlns:a16="http://schemas.microsoft.com/office/drawing/2014/main" id="{9CDFD18F-3578-324F-1F73-2729FF7ADFB2}"/>
              </a:ext>
            </a:extLst>
          </p:cNvPr>
          <p:cNvGrpSpPr/>
          <p:nvPr/>
        </p:nvGrpSpPr>
        <p:grpSpPr>
          <a:xfrm>
            <a:off x="7233968" y="3864612"/>
            <a:ext cx="434305" cy="360000"/>
            <a:chOff x="9800585" y="3530138"/>
            <a:chExt cx="434305" cy="360000"/>
          </a:xfrm>
        </p:grpSpPr>
        <p:cxnSp>
          <p:nvCxnSpPr>
            <p:cNvPr id="98" name="直線コネクタ 97">
              <a:extLst>
                <a:ext uri="{FF2B5EF4-FFF2-40B4-BE49-F238E27FC236}">
                  <a16:creationId xmlns:a16="http://schemas.microsoft.com/office/drawing/2014/main" id="{12CC5B13-9AEB-767D-8124-7BA0D3B40D58}"/>
                </a:ext>
              </a:extLst>
            </p:cNvPr>
            <p:cNvCxnSpPr>
              <a:cxnSpLocks/>
            </p:cNvCxnSpPr>
            <p:nvPr/>
          </p:nvCxnSpPr>
          <p:spPr>
            <a:xfrm>
              <a:off x="9800585" y="3732257"/>
              <a:ext cx="434305" cy="0"/>
            </a:xfrm>
            <a:prstGeom prst="line">
              <a:avLst/>
            </a:prstGeom>
            <a:ln w="5715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" name="直線矢印コネクタ 98">
              <a:extLst>
                <a:ext uri="{FF2B5EF4-FFF2-40B4-BE49-F238E27FC236}">
                  <a16:creationId xmlns:a16="http://schemas.microsoft.com/office/drawing/2014/main" id="{1E08D011-D5BB-3B74-4BD5-051718F2B1F8}"/>
                </a:ext>
              </a:extLst>
            </p:cNvPr>
            <p:cNvCxnSpPr/>
            <p:nvPr/>
          </p:nvCxnSpPr>
          <p:spPr>
            <a:xfrm flipV="1">
              <a:off x="9919183" y="3530138"/>
              <a:ext cx="0" cy="36000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00" name="直線コネクタ 99">
            <a:extLst>
              <a:ext uri="{FF2B5EF4-FFF2-40B4-BE49-F238E27FC236}">
                <a16:creationId xmlns:a16="http://schemas.microsoft.com/office/drawing/2014/main" id="{ACB41FB9-8323-DAD2-3CD4-40B4D61F4B6F}"/>
              </a:ext>
            </a:extLst>
          </p:cNvPr>
          <p:cNvCxnSpPr>
            <a:cxnSpLocks/>
          </p:cNvCxnSpPr>
          <p:nvPr/>
        </p:nvCxnSpPr>
        <p:spPr>
          <a:xfrm>
            <a:off x="7233967" y="3076372"/>
            <a:ext cx="434305" cy="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" name="直線矢印コネクタ 100">
            <a:extLst>
              <a:ext uri="{FF2B5EF4-FFF2-40B4-BE49-F238E27FC236}">
                <a16:creationId xmlns:a16="http://schemas.microsoft.com/office/drawing/2014/main" id="{1F860153-261A-2369-E374-8A352D4CB236}"/>
              </a:ext>
            </a:extLst>
          </p:cNvPr>
          <p:cNvCxnSpPr>
            <a:cxnSpLocks/>
          </p:cNvCxnSpPr>
          <p:nvPr/>
        </p:nvCxnSpPr>
        <p:spPr>
          <a:xfrm flipV="1">
            <a:off x="7352565" y="2883131"/>
            <a:ext cx="0" cy="36000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" name="直線コネクタ 101">
            <a:extLst>
              <a:ext uri="{FF2B5EF4-FFF2-40B4-BE49-F238E27FC236}">
                <a16:creationId xmlns:a16="http://schemas.microsoft.com/office/drawing/2014/main" id="{1DE284C1-CDBA-F494-8F2A-33887C150376}"/>
              </a:ext>
            </a:extLst>
          </p:cNvPr>
          <p:cNvCxnSpPr>
            <a:cxnSpLocks/>
          </p:cNvCxnSpPr>
          <p:nvPr/>
        </p:nvCxnSpPr>
        <p:spPr>
          <a:xfrm>
            <a:off x="7236554" y="1774742"/>
            <a:ext cx="434305" cy="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" name="直線コネクタ 102">
            <a:extLst>
              <a:ext uri="{FF2B5EF4-FFF2-40B4-BE49-F238E27FC236}">
                <a16:creationId xmlns:a16="http://schemas.microsoft.com/office/drawing/2014/main" id="{DF91C05D-7007-4F4F-B841-249D43E8DBF4}"/>
              </a:ext>
            </a:extLst>
          </p:cNvPr>
          <p:cNvCxnSpPr>
            <a:cxnSpLocks/>
          </p:cNvCxnSpPr>
          <p:nvPr/>
        </p:nvCxnSpPr>
        <p:spPr>
          <a:xfrm>
            <a:off x="6969053" y="2738623"/>
            <a:ext cx="434305" cy="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" name="直線矢印コネクタ 103">
            <a:extLst>
              <a:ext uri="{FF2B5EF4-FFF2-40B4-BE49-F238E27FC236}">
                <a16:creationId xmlns:a16="http://schemas.microsoft.com/office/drawing/2014/main" id="{610E2FC8-4889-223C-8659-B6E4A2C7B2AD}"/>
              </a:ext>
            </a:extLst>
          </p:cNvPr>
          <p:cNvCxnSpPr>
            <a:cxnSpLocks/>
          </p:cNvCxnSpPr>
          <p:nvPr/>
        </p:nvCxnSpPr>
        <p:spPr>
          <a:xfrm flipV="1">
            <a:off x="7087651" y="2536504"/>
            <a:ext cx="0" cy="36000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" name="直線コネクタ 104">
            <a:extLst>
              <a:ext uri="{FF2B5EF4-FFF2-40B4-BE49-F238E27FC236}">
                <a16:creationId xmlns:a16="http://schemas.microsoft.com/office/drawing/2014/main" id="{FCC488C2-9BD4-BF28-EB46-72021A91AAEA}"/>
              </a:ext>
            </a:extLst>
          </p:cNvPr>
          <p:cNvCxnSpPr>
            <a:cxnSpLocks/>
          </p:cNvCxnSpPr>
          <p:nvPr/>
        </p:nvCxnSpPr>
        <p:spPr>
          <a:xfrm>
            <a:off x="7235290" y="1315161"/>
            <a:ext cx="434305" cy="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" name="直線コネクタ 105">
            <a:extLst>
              <a:ext uri="{FF2B5EF4-FFF2-40B4-BE49-F238E27FC236}">
                <a16:creationId xmlns:a16="http://schemas.microsoft.com/office/drawing/2014/main" id="{ACF27575-C5C1-EA28-CAB9-A9FD69DCB13D}"/>
              </a:ext>
            </a:extLst>
          </p:cNvPr>
          <p:cNvCxnSpPr>
            <a:cxnSpLocks/>
          </p:cNvCxnSpPr>
          <p:nvPr/>
        </p:nvCxnSpPr>
        <p:spPr>
          <a:xfrm>
            <a:off x="7550997" y="2738623"/>
            <a:ext cx="434305" cy="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" name="直線矢印コネクタ 106">
            <a:extLst>
              <a:ext uri="{FF2B5EF4-FFF2-40B4-BE49-F238E27FC236}">
                <a16:creationId xmlns:a16="http://schemas.microsoft.com/office/drawing/2014/main" id="{86967805-D92D-3CA2-EFDB-C028C3C6FF13}"/>
              </a:ext>
            </a:extLst>
          </p:cNvPr>
          <p:cNvCxnSpPr>
            <a:cxnSpLocks/>
          </p:cNvCxnSpPr>
          <p:nvPr/>
        </p:nvCxnSpPr>
        <p:spPr>
          <a:xfrm flipV="1">
            <a:off x="7669595" y="2536504"/>
            <a:ext cx="0" cy="36000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8" name="直線コネクタ 107">
            <a:extLst>
              <a:ext uri="{FF2B5EF4-FFF2-40B4-BE49-F238E27FC236}">
                <a16:creationId xmlns:a16="http://schemas.microsoft.com/office/drawing/2014/main" id="{851BC0EB-7235-4263-62D8-DA415DC67B2D}"/>
              </a:ext>
            </a:extLst>
          </p:cNvPr>
          <p:cNvCxnSpPr>
            <a:cxnSpLocks/>
          </p:cNvCxnSpPr>
          <p:nvPr/>
        </p:nvCxnSpPr>
        <p:spPr>
          <a:xfrm>
            <a:off x="5299355" y="3368042"/>
            <a:ext cx="1057014" cy="0"/>
          </a:xfrm>
          <a:prstGeom prst="line">
            <a:avLst/>
          </a:prstGeom>
          <a:ln w="19050">
            <a:solidFill>
              <a:schemeClr val="tx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10" name="テキスト ボックス 109">
                <a:extLst>
                  <a:ext uri="{FF2B5EF4-FFF2-40B4-BE49-F238E27FC236}">
                    <a16:creationId xmlns:a16="http://schemas.microsoft.com/office/drawing/2014/main" id="{368FB5A1-6C89-0FC1-724C-FAF52D0613F2}"/>
                  </a:ext>
                </a:extLst>
              </p:cNvPr>
              <p:cNvSpPr txBox="1"/>
              <p:nvPr/>
            </p:nvSpPr>
            <p:spPr>
              <a:xfrm>
                <a:off x="2298992" y="1384654"/>
                <a:ext cx="637226" cy="45352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ja-JP" b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nor/>
                            </m:rPr>
                            <a:rPr kumimoji="1" lang="en-US" altLang="ja-JP" b="0" i="0" smtClean="0">
                              <a:latin typeface="Arial Unicode MS" panose="020B0604020202020204" pitchFamily="50" charset="-128"/>
                              <a:ea typeface="Arial Unicode MS" panose="020B0604020202020204" pitchFamily="50" charset="-128"/>
                              <a:cs typeface="Arial Unicode MS" panose="020B0604020202020204" pitchFamily="50" charset="-128"/>
                            </a:rPr>
                            <m:t>d</m:t>
                          </m:r>
                        </m:e>
                        <m:sub>
                          <m:sSup>
                            <m:sSupPr>
                              <m:ctrlPr>
                                <a:rPr kumimoji="1" lang="en-US" altLang="ja-JP" b="0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nor/>
                                </m:rPr>
                                <a:rPr kumimoji="1" lang="en-US" altLang="ja-JP" b="0" i="0" smtClean="0">
                                  <a:latin typeface="Arial Unicode MS" panose="020B0604020202020204" pitchFamily="50" charset="-128"/>
                                  <a:ea typeface="Arial Unicode MS" panose="020B0604020202020204" pitchFamily="50" charset="-128"/>
                                  <a:cs typeface="Arial Unicode MS" panose="020B0604020202020204" pitchFamily="50" charset="-128"/>
                                </a:rPr>
                                <m:t>z</m:t>
                              </m:r>
                            </m:e>
                            <m:sup>
                              <m:r>
                                <m:rPr>
                                  <m:nor/>
                                </m:rPr>
                                <a:rPr kumimoji="1" lang="en-US" altLang="ja-JP" b="0" i="0" smtClean="0">
                                  <a:latin typeface="Arial Unicode MS" panose="020B0604020202020204" pitchFamily="50" charset="-128"/>
                                  <a:ea typeface="Arial Unicode MS" panose="020B0604020202020204" pitchFamily="50" charset="-128"/>
                                  <a:cs typeface="Arial Unicode MS" panose="020B0604020202020204" pitchFamily="50" charset="-128"/>
                                </a:rPr>
                                <m:t>2</m:t>
                              </m:r>
                            </m:sup>
                          </m:sSup>
                        </m:sub>
                      </m:sSub>
                    </m:oMath>
                  </m:oMathPara>
                </a14:m>
                <a:endParaRPr kumimoji="1" lang="ja-JP" altLang="en-US" dirty="0">
                  <a:latin typeface="Arial Unicode MS" panose="020B0604020202020204" pitchFamily="50" charset="-128"/>
                  <a:ea typeface="Arial Unicode MS" panose="020B0604020202020204" pitchFamily="50" charset="-128"/>
                  <a:cs typeface="Arial Unicode MS" panose="020B0604020202020204" pitchFamily="50" charset="-128"/>
                </a:endParaRPr>
              </a:p>
            </p:txBody>
          </p:sp>
        </mc:Choice>
        <mc:Fallback>
          <p:sp>
            <p:nvSpPr>
              <p:cNvPr id="110" name="テキスト ボックス 109">
                <a:extLst>
                  <a:ext uri="{FF2B5EF4-FFF2-40B4-BE49-F238E27FC236}">
                    <a16:creationId xmlns:a16="http://schemas.microsoft.com/office/drawing/2014/main" id="{368FB5A1-6C89-0FC1-724C-FAF52D0613F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98992" y="1384654"/>
                <a:ext cx="637226" cy="453522"/>
              </a:xfrm>
              <a:prstGeom prst="rect">
                <a:avLst/>
              </a:prstGeom>
              <a:blipFill>
                <a:blip r:embed="rId3"/>
                <a:stretch>
                  <a:fillRect b="-2667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12" name="テキスト ボックス 111">
                <a:extLst>
                  <a:ext uri="{FF2B5EF4-FFF2-40B4-BE49-F238E27FC236}">
                    <a16:creationId xmlns:a16="http://schemas.microsoft.com/office/drawing/2014/main" id="{D9329CD2-601D-6794-BA27-6ABE820AAE70}"/>
                  </a:ext>
                </a:extLst>
              </p:cNvPr>
              <p:cNvSpPr txBox="1"/>
              <p:nvPr/>
            </p:nvSpPr>
            <p:spPr>
              <a:xfrm>
                <a:off x="2065729" y="1838176"/>
                <a:ext cx="964816" cy="50199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ja-JP" b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nor/>
                            </m:rPr>
                            <a:rPr kumimoji="1" lang="en-US" altLang="ja-JP" b="0" i="0" smtClean="0">
                              <a:latin typeface="Arial Unicode MS" panose="020B0604020202020204" pitchFamily="50" charset="-128"/>
                              <a:ea typeface="Arial Unicode MS" panose="020B0604020202020204" pitchFamily="50" charset="-128"/>
                              <a:cs typeface="Arial Unicode MS" panose="020B0604020202020204" pitchFamily="50" charset="-128"/>
                            </a:rPr>
                            <m:t>d</m:t>
                          </m:r>
                        </m:e>
                        <m:sub>
                          <m:sSup>
                            <m:sSupPr>
                              <m:ctrlPr>
                                <a:rPr kumimoji="1" lang="en-US" altLang="ja-JP" b="0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nor/>
                                </m:rPr>
                                <a:rPr kumimoji="1" lang="en-US" altLang="ja-JP" b="0" i="0" smtClean="0">
                                  <a:latin typeface="Arial Unicode MS" panose="020B0604020202020204" pitchFamily="50" charset="-128"/>
                                  <a:ea typeface="Arial Unicode MS" panose="020B0604020202020204" pitchFamily="50" charset="-128"/>
                                  <a:cs typeface="Arial Unicode MS" panose="020B0604020202020204" pitchFamily="50" charset="-128"/>
                                </a:rPr>
                                <m:t>x</m:t>
                              </m:r>
                            </m:e>
                            <m:sup>
                              <m:r>
                                <m:rPr>
                                  <m:nor/>
                                </m:rPr>
                                <a:rPr kumimoji="1" lang="en-US" altLang="ja-JP" b="0" i="0" smtClean="0">
                                  <a:latin typeface="Arial Unicode MS" panose="020B0604020202020204" pitchFamily="50" charset="-128"/>
                                  <a:ea typeface="Arial Unicode MS" panose="020B0604020202020204" pitchFamily="50" charset="-128"/>
                                  <a:cs typeface="Arial Unicode MS" panose="020B0604020202020204" pitchFamily="50" charset="-128"/>
                                </a:rPr>
                                <m:t>2</m:t>
                              </m:r>
                            </m:sup>
                          </m:sSup>
                          <m:r>
                            <m:rPr>
                              <m:nor/>
                            </m:rPr>
                            <a:rPr kumimoji="1" lang="en-US" altLang="ja-JP" b="0" i="0" smtClean="0">
                              <a:latin typeface="Arial Unicode MS" panose="020B0604020202020204" pitchFamily="50" charset="-128"/>
                              <a:ea typeface="Arial Unicode MS" panose="020B0604020202020204" pitchFamily="50" charset="-128"/>
                              <a:cs typeface="Arial Unicode MS" panose="020B0604020202020204" pitchFamily="50" charset="-128"/>
                            </a:rPr>
                            <m:t>-</m:t>
                          </m:r>
                          <m:sSup>
                            <m:sSupPr>
                              <m:ctrlPr>
                                <a:rPr kumimoji="1" lang="en-US" altLang="ja-JP" b="0" i="0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nor/>
                                </m:rPr>
                                <a:rPr kumimoji="1" lang="en-US" altLang="ja-JP" b="0" i="0" smtClean="0">
                                  <a:latin typeface="Arial Unicode MS" panose="020B0604020202020204" pitchFamily="50" charset="-128"/>
                                  <a:ea typeface="Arial Unicode MS" panose="020B0604020202020204" pitchFamily="50" charset="-128"/>
                                  <a:cs typeface="Arial Unicode MS" panose="020B0604020202020204" pitchFamily="50" charset="-128"/>
                                </a:rPr>
                                <m:t>y</m:t>
                              </m:r>
                            </m:e>
                            <m:sup>
                              <m:r>
                                <m:rPr>
                                  <m:nor/>
                                </m:rPr>
                                <a:rPr kumimoji="1" lang="en-US" altLang="ja-JP" b="0" i="0" smtClean="0">
                                  <a:latin typeface="Arial Unicode MS" panose="020B0604020202020204" pitchFamily="50" charset="-128"/>
                                  <a:ea typeface="Arial Unicode MS" panose="020B0604020202020204" pitchFamily="50" charset="-128"/>
                                  <a:cs typeface="Arial Unicode MS" panose="020B0604020202020204" pitchFamily="50" charset="-128"/>
                                </a:rPr>
                                <m:t>2</m:t>
                              </m:r>
                            </m:sup>
                          </m:sSup>
                        </m:sub>
                      </m:sSub>
                    </m:oMath>
                  </m:oMathPara>
                </a14:m>
                <a:endParaRPr kumimoji="1" lang="ja-JP" altLang="en-US" dirty="0">
                  <a:latin typeface="Arial Unicode MS" panose="020B0604020202020204" pitchFamily="50" charset="-128"/>
                  <a:ea typeface="Arial Unicode MS" panose="020B0604020202020204" pitchFamily="50" charset="-128"/>
                  <a:cs typeface="Arial Unicode MS" panose="020B0604020202020204" pitchFamily="50" charset="-128"/>
                </a:endParaRPr>
              </a:p>
            </p:txBody>
          </p:sp>
        </mc:Choice>
        <mc:Fallback>
          <p:sp>
            <p:nvSpPr>
              <p:cNvPr id="112" name="テキスト ボックス 111">
                <a:extLst>
                  <a:ext uri="{FF2B5EF4-FFF2-40B4-BE49-F238E27FC236}">
                    <a16:creationId xmlns:a16="http://schemas.microsoft.com/office/drawing/2014/main" id="{D9329CD2-601D-6794-BA27-6ABE820AAE7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65729" y="1838176"/>
                <a:ext cx="964816" cy="501997"/>
              </a:xfrm>
              <a:prstGeom prst="rect">
                <a:avLst/>
              </a:prstGeom>
              <a:blipFill>
                <a:blip r:embed="rId4"/>
                <a:stretch>
                  <a:fillRect b="-8537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13" name="テキスト ボックス 112">
                <a:extLst>
                  <a:ext uri="{FF2B5EF4-FFF2-40B4-BE49-F238E27FC236}">
                    <a16:creationId xmlns:a16="http://schemas.microsoft.com/office/drawing/2014/main" id="{387AF80E-CCB6-DBCC-6C7D-CC3CA8A43FD5}"/>
                  </a:ext>
                </a:extLst>
              </p:cNvPr>
              <p:cNvSpPr txBox="1"/>
              <p:nvPr/>
            </p:nvSpPr>
            <p:spPr>
              <a:xfrm>
                <a:off x="1759668" y="2732121"/>
                <a:ext cx="1050159" cy="40729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ja-JP" b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nor/>
                            </m:rPr>
                            <a:rPr kumimoji="1" lang="en-US" altLang="ja-JP" b="0" i="0" smtClean="0">
                              <a:latin typeface="Arial Unicode MS" panose="020B0604020202020204" pitchFamily="50" charset="-128"/>
                              <a:ea typeface="Arial Unicode MS" panose="020B0604020202020204" pitchFamily="50" charset="-128"/>
                              <a:cs typeface="Arial Unicode MS" panose="020B0604020202020204" pitchFamily="50" charset="-128"/>
                            </a:rPr>
                            <m:t>d</m:t>
                          </m:r>
                        </m:e>
                        <m:sub>
                          <m:r>
                            <m:rPr>
                              <m:nor/>
                            </m:rPr>
                            <a:rPr kumimoji="1" lang="en-US" altLang="ja-JP" b="0" i="0" smtClean="0">
                              <a:latin typeface="Arial Unicode MS" panose="020B0604020202020204" pitchFamily="50" charset="-128"/>
                              <a:ea typeface="Arial Unicode MS" panose="020B0604020202020204" pitchFamily="50" charset="-128"/>
                              <a:cs typeface="Arial Unicode MS" panose="020B0604020202020204" pitchFamily="50" charset="-128"/>
                            </a:rPr>
                            <m:t>yz</m:t>
                          </m:r>
                        </m:sub>
                      </m:sSub>
                      <m:r>
                        <m:rPr>
                          <m:nor/>
                        </m:rPr>
                        <a:rPr kumimoji="1" lang="en-US" altLang="ja-JP" b="0" i="0" smtClean="0">
                          <a:latin typeface="Arial Unicode MS" panose="020B0604020202020204" pitchFamily="50" charset="-128"/>
                          <a:ea typeface="Arial Unicode MS" panose="020B0604020202020204" pitchFamily="50" charset="-128"/>
                          <a:cs typeface="Arial Unicode MS" panose="020B0604020202020204" pitchFamily="50" charset="-128"/>
                        </a:rPr>
                        <m:t>,</m:t>
                      </m:r>
                      <m:sSub>
                        <m:sSubPr>
                          <m:ctrlPr>
                            <a:rPr lang="en-US" altLang="ja-JP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nor/>
                            </m:rPr>
                            <a:rPr lang="en-US" altLang="ja-JP" i="0">
                              <a:latin typeface="Arial Unicode MS" panose="020B0604020202020204" pitchFamily="50" charset="-128"/>
                              <a:ea typeface="Arial Unicode MS" panose="020B0604020202020204" pitchFamily="50" charset="-128"/>
                              <a:cs typeface="Arial Unicode MS" panose="020B0604020202020204" pitchFamily="50" charset="-128"/>
                            </a:rPr>
                            <m:t>d</m:t>
                          </m:r>
                        </m:e>
                        <m:sub>
                          <m:r>
                            <m:rPr>
                              <m:nor/>
                            </m:rPr>
                            <a:rPr lang="en-US" altLang="ja-JP" i="0">
                              <a:latin typeface="Arial Unicode MS" panose="020B0604020202020204" pitchFamily="50" charset="-128"/>
                              <a:ea typeface="Arial Unicode MS" panose="020B0604020202020204" pitchFamily="50" charset="-128"/>
                              <a:cs typeface="Arial Unicode MS" panose="020B0604020202020204" pitchFamily="50" charset="-128"/>
                            </a:rPr>
                            <m:t>z</m:t>
                          </m:r>
                          <m:r>
                            <m:rPr>
                              <m:nor/>
                            </m:rPr>
                            <a:rPr lang="en-US" altLang="ja-JP" b="0" i="0" smtClean="0">
                              <a:latin typeface="Arial Unicode MS" panose="020B0604020202020204" pitchFamily="50" charset="-128"/>
                              <a:ea typeface="Arial Unicode MS" panose="020B0604020202020204" pitchFamily="50" charset="-128"/>
                              <a:cs typeface="Arial Unicode MS" panose="020B0604020202020204" pitchFamily="50" charset="-128"/>
                            </a:rPr>
                            <m:t>x</m:t>
                          </m:r>
                        </m:sub>
                      </m:sSub>
                    </m:oMath>
                  </m:oMathPara>
                </a14:m>
                <a:endParaRPr kumimoji="1" lang="ja-JP" altLang="en-US" dirty="0">
                  <a:latin typeface="Arial Unicode MS" panose="020B0604020202020204" pitchFamily="50" charset="-128"/>
                  <a:ea typeface="Arial Unicode MS" panose="020B0604020202020204" pitchFamily="50" charset="-128"/>
                  <a:cs typeface="Arial Unicode MS" panose="020B0604020202020204" pitchFamily="50" charset="-128"/>
                </a:endParaRPr>
              </a:p>
            </p:txBody>
          </p:sp>
        </mc:Choice>
        <mc:Fallback>
          <p:sp>
            <p:nvSpPr>
              <p:cNvPr id="113" name="テキスト ボックス 112">
                <a:extLst>
                  <a:ext uri="{FF2B5EF4-FFF2-40B4-BE49-F238E27FC236}">
                    <a16:creationId xmlns:a16="http://schemas.microsoft.com/office/drawing/2014/main" id="{387AF80E-CCB6-DBCC-6C7D-CC3CA8A43FD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59668" y="2732121"/>
                <a:ext cx="1050159" cy="407291"/>
              </a:xfrm>
              <a:prstGeom prst="rect">
                <a:avLst/>
              </a:prstGeom>
              <a:blipFill>
                <a:blip r:embed="rId5"/>
                <a:stretch>
                  <a:fillRect b="-10448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15" name="テキスト ボックス 114">
                <a:extLst>
                  <a:ext uri="{FF2B5EF4-FFF2-40B4-BE49-F238E27FC236}">
                    <a16:creationId xmlns:a16="http://schemas.microsoft.com/office/drawing/2014/main" id="{0810D599-6CF4-7EA3-801A-45E0035BFDF4}"/>
                  </a:ext>
                </a:extLst>
              </p:cNvPr>
              <p:cNvSpPr txBox="1"/>
              <p:nvPr/>
            </p:nvSpPr>
            <p:spPr>
              <a:xfrm>
                <a:off x="2351870" y="3139490"/>
                <a:ext cx="615810" cy="40818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ja-JP" b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nor/>
                            </m:rPr>
                            <a:rPr kumimoji="1" lang="en-US" altLang="ja-JP" b="0" i="0" smtClean="0">
                              <a:latin typeface="Arial Unicode MS" panose="020B0604020202020204" pitchFamily="50" charset="-128"/>
                              <a:ea typeface="Arial Unicode MS" panose="020B0604020202020204" pitchFamily="50" charset="-128"/>
                              <a:cs typeface="Arial Unicode MS" panose="020B0604020202020204" pitchFamily="50" charset="-128"/>
                            </a:rPr>
                            <m:t>d</m:t>
                          </m:r>
                        </m:e>
                        <m:sub>
                          <m:r>
                            <m:rPr>
                              <m:nor/>
                            </m:rPr>
                            <a:rPr kumimoji="1" lang="en-US" altLang="ja-JP" b="0" i="0" smtClean="0">
                              <a:latin typeface="Arial Unicode MS" panose="020B0604020202020204" pitchFamily="50" charset="-128"/>
                              <a:ea typeface="Arial Unicode MS" panose="020B0604020202020204" pitchFamily="50" charset="-128"/>
                              <a:cs typeface="Arial Unicode MS" panose="020B0604020202020204" pitchFamily="50" charset="-128"/>
                            </a:rPr>
                            <m:t>xy</m:t>
                          </m:r>
                        </m:sub>
                      </m:sSub>
                    </m:oMath>
                  </m:oMathPara>
                </a14:m>
                <a:endParaRPr kumimoji="1" lang="ja-JP" altLang="en-US" dirty="0">
                  <a:latin typeface="Arial Unicode MS" panose="020B0604020202020204" pitchFamily="50" charset="-128"/>
                  <a:ea typeface="Arial Unicode MS" panose="020B0604020202020204" pitchFamily="50" charset="-128"/>
                  <a:cs typeface="Arial Unicode MS" panose="020B0604020202020204" pitchFamily="50" charset="-128"/>
                </a:endParaRPr>
              </a:p>
            </p:txBody>
          </p:sp>
        </mc:Choice>
        <mc:Fallback>
          <p:sp>
            <p:nvSpPr>
              <p:cNvPr id="115" name="テキスト ボックス 114">
                <a:extLst>
                  <a:ext uri="{FF2B5EF4-FFF2-40B4-BE49-F238E27FC236}">
                    <a16:creationId xmlns:a16="http://schemas.microsoft.com/office/drawing/2014/main" id="{0810D599-6CF4-7EA3-801A-45E0035BFDF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51870" y="3139490"/>
                <a:ext cx="615810" cy="408189"/>
              </a:xfrm>
              <a:prstGeom prst="rect">
                <a:avLst/>
              </a:prstGeom>
              <a:blipFill>
                <a:blip r:embed="rId6"/>
                <a:stretch>
                  <a:fillRect b="-10448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9" name="テキスト ボックス 118">
            <a:extLst>
              <a:ext uri="{FF2B5EF4-FFF2-40B4-BE49-F238E27FC236}">
                <a16:creationId xmlns:a16="http://schemas.microsoft.com/office/drawing/2014/main" id="{F2A5F474-2BD9-017C-B467-F0640BCBEE4E}"/>
              </a:ext>
            </a:extLst>
          </p:cNvPr>
          <p:cNvSpPr txBox="1"/>
          <p:nvPr/>
        </p:nvSpPr>
        <p:spPr>
          <a:xfrm>
            <a:off x="1498130" y="2295236"/>
            <a:ext cx="54053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000" dirty="0">
                <a:latin typeface="Arial" panose="020B0604020202020204" pitchFamily="34" charset="0"/>
                <a:cs typeface="Arial" panose="020B0604020202020204" pitchFamily="34" charset="0"/>
              </a:rPr>
              <a:t>Mn</a:t>
            </a:r>
            <a:endParaRPr kumimoji="1" lang="ja-JP" alt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502642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549E7F-5E14-4A45-CD81-F35386E652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グループ化 3">
            <a:extLst>
              <a:ext uri="{FF2B5EF4-FFF2-40B4-BE49-F238E27FC236}">
                <a16:creationId xmlns:a16="http://schemas.microsoft.com/office/drawing/2014/main" id="{EE87156F-F863-09D7-6120-3F73838EAAB6}"/>
              </a:ext>
            </a:extLst>
          </p:cNvPr>
          <p:cNvGrpSpPr/>
          <p:nvPr/>
        </p:nvGrpSpPr>
        <p:grpSpPr>
          <a:xfrm>
            <a:off x="7909803" y="3870791"/>
            <a:ext cx="434305" cy="386815"/>
            <a:chOff x="2457035" y="2715378"/>
            <a:chExt cx="434305" cy="386815"/>
          </a:xfrm>
        </p:grpSpPr>
        <p:cxnSp>
          <p:nvCxnSpPr>
            <p:cNvPr id="5" name="直線コネクタ 4">
              <a:extLst>
                <a:ext uri="{FF2B5EF4-FFF2-40B4-BE49-F238E27FC236}">
                  <a16:creationId xmlns:a16="http://schemas.microsoft.com/office/drawing/2014/main" id="{6A30C110-BD63-42CE-9358-DCB289495EE2}"/>
                </a:ext>
              </a:extLst>
            </p:cNvPr>
            <p:cNvCxnSpPr>
              <a:cxnSpLocks/>
            </p:cNvCxnSpPr>
            <p:nvPr/>
          </p:nvCxnSpPr>
          <p:spPr>
            <a:xfrm>
              <a:off x="2457035" y="2917497"/>
              <a:ext cx="434305" cy="0"/>
            </a:xfrm>
            <a:prstGeom prst="line">
              <a:avLst/>
            </a:prstGeom>
            <a:ln w="5715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直線矢印コネクタ 5">
              <a:extLst>
                <a:ext uri="{FF2B5EF4-FFF2-40B4-BE49-F238E27FC236}">
                  <a16:creationId xmlns:a16="http://schemas.microsoft.com/office/drawing/2014/main" id="{CAFC8EAD-E721-C29F-F996-30B744DFC1E9}"/>
                </a:ext>
              </a:extLst>
            </p:cNvPr>
            <p:cNvCxnSpPr/>
            <p:nvPr/>
          </p:nvCxnSpPr>
          <p:spPr>
            <a:xfrm flipV="1">
              <a:off x="2575633" y="2715378"/>
              <a:ext cx="0" cy="36000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直線矢印コネクタ 6">
              <a:extLst>
                <a:ext uri="{FF2B5EF4-FFF2-40B4-BE49-F238E27FC236}">
                  <a16:creationId xmlns:a16="http://schemas.microsoft.com/office/drawing/2014/main" id="{9FF3103D-B1C9-2D52-AED1-1E14800598A0}"/>
                </a:ext>
              </a:extLst>
            </p:cNvPr>
            <p:cNvCxnSpPr>
              <a:cxnSpLocks/>
            </p:cNvCxnSpPr>
            <p:nvPr/>
          </p:nvCxnSpPr>
          <p:spPr>
            <a:xfrm>
              <a:off x="2753252" y="2742193"/>
              <a:ext cx="0" cy="36000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D0050151-5E08-CF67-4AEC-8D8FF695F0A4}"/>
              </a:ext>
            </a:extLst>
          </p:cNvPr>
          <p:cNvSpPr txBox="1"/>
          <p:nvPr/>
        </p:nvSpPr>
        <p:spPr>
          <a:xfrm>
            <a:off x="7622766" y="4424049"/>
            <a:ext cx="130035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000" dirty="0">
                <a:latin typeface="Arial" panose="020B0604020202020204" pitchFamily="34" charset="0"/>
                <a:ea typeface="Arial Unicode MS" panose="020B0604020202020204" pitchFamily="50" charset="-128"/>
                <a:cs typeface="Arial" panose="020B0604020202020204" pitchFamily="34" charset="0"/>
              </a:rPr>
              <a:t>Mn(IV)=O</a:t>
            </a:r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A4E192E0-2BB8-23CB-0B91-5023EBE07C62}"/>
              </a:ext>
            </a:extLst>
          </p:cNvPr>
          <p:cNvSpPr txBox="1"/>
          <p:nvPr/>
        </p:nvSpPr>
        <p:spPr>
          <a:xfrm>
            <a:off x="9444696" y="4424049"/>
            <a:ext cx="129554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000" dirty="0">
                <a:latin typeface="Arial" panose="020B0604020202020204" pitchFamily="34" charset="0"/>
                <a:ea typeface="Arial Unicode MS" panose="020B0604020202020204" pitchFamily="50" charset="-128"/>
                <a:cs typeface="Arial" panose="020B0604020202020204" pitchFamily="34" charset="0"/>
              </a:rPr>
              <a:t>Mn(III)-O•</a:t>
            </a:r>
          </a:p>
        </p:txBody>
      </p:sp>
      <p:cxnSp>
        <p:nvCxnSpPr>
          <p:cNvPr id="14" name="直線矢印コネクタ 13">
            <a:extLst>
              <a:ext uri="{FF2B5EF4-FFF2-40B4-BE49-F238E27FC236}">
                <a16:creationId xmlns:a16="http://schemas.microsoft.com/office/drawing/2014/main" id="{14012221-AE1A-69F3-4E72-3C6794139F58}"/>
              </a:ext>
            </a:extLst>
          </p:cNvPr>
          <p:cNvCxnSpPr>
            <a:cxnSpLocks/>
          </p:cNvCxnSpPr>
          <p:nvPr/>
        </p:nvCxnSpPr>
        <p:spPr>
          <a:xfrm flipV="1">
            <a:off x="1569556" y="1496025"/>
            <a:ext cx="0" cy="3191385"/>
          </a:xfrm>
          <a:prstGeom prst="straightConnector1">
            <a:avLst/>
          </a:prstGeom>
          <a:ln w="28575">
            <a:solidFill>
              <a:schemeClr val="tx1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8D6F5547-D690-205B-2F62-4C509A30A693}"/>
              </a:ext>
            </a:extLst>
          </p:cNvPr>
          <p:cNvSpPr txBox="1"/>
          <p:nvPr/>
        </p:nvSpPr>
        <p:spPr>
          <a:xfrm rot="16200000">
            <a:off x="409581" y="3004350"/>
            <a:ext cx="17235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dirty="0">
                <a:latin typeface="Arial" panose="020B0604020202020204" pitchFamily="34" charset="0"/>
                <a:ea typeface="Arial Unicode MS" panose="020B0604020202020204" pitchFamily="50" charset="-128"/>
                <a:cs typeface="Arial" panose="020B0604020202020204" pitchFamily="34" charset="0"/>
              </a:rPr>
              <a:t>Orbital Energy </a:t>
            </a:r>
            <a:endParaRPr kumimoji="1" lang="ja-JP" altLang="en-US" dirty="0">
              <a:latin typeface="Arial" panose="020B0604020202020204" pitchFamily="34" charset="0"/>
              <a:ea typeface="Arial Unicode MS" panose="020B0604020202020204" pitchFamily="50" charset="-128"/>
              <a:cs typeface="Arial" panose="020B0604020202020204" pitchFamily="34" charset="0"/>
            </a:endParaRPr>
          </a:p>
        </p:txBody>
      </p:sp>
      <p:cxnSp>
        <p:nvCxnSpPr>
          <p:cNvPr id="16" name="直線矢印コネクタ 15">
            <a:extLst>
              <a:ext uri="{FF2B5EF4-FFF2-40B4-BE49-F238E27FC236}">
                <a16:creationId xmlns:a16="http://schemas.microsoft.com/office/drawing/2014/main" id="{20E5EC0F-50BB-0D64-1D6A-2F1F3FC60132}"/>
              </a:ext>
            </a:extLst>
          </p:cNvPr>
          <p:cNvCxnSpPr>
            <a:cxnSpLocks/>
          </p:cNvCxnSpPr>
          <p:nvPr/>
        </p:nvCxnSpPr>
        <p:spPr>
          <a:xfrm>
            <a:off x="8936487" y="4624104"/>
            <a:ext cx="494974" cy="0"/>
          </a:xfrm>
          <a:prstGeom prst="straightConnector1">
            <a:avLst/>
          </a:prstGeom>
          <a:ln w="44450">
            <a:solidFill>
              <a:schemeClr val="tx1"/>
            </a:solidFill>
            <a:headEnd type="triangl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直線コネクタ 17">
            <a:extLst>
              <a:ext uri="{FF2B5EF4-FFF2-40B4-BE49-F238E27FC236}">
                <a16:creationId xmlns:a16="http://schemas.microsoft.com/office/drawing/2014/main" id="{750F7313-9064-3ECE-293C-B39CF11AD03B}"/>
              </a:ext>
            </a:extLst>
          </p:cNvPr>
          <p:cNvCxnSpPr>
            <a:cxnSpLocks/>
          </p:cNvCxnSpPr>
          <p:nvPr/>
        </p:nvCxnSpPr>
        <p:spPr>
          <a:xfrm>
            <a:off x="7327859" y="2743086"/>
            <a:ext cx="434305" cy="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直線矢印コネクタ 18">
            <a:extLst>
              <a:ext uri="{FF2B5EF4-FFF2-40B4-BE49-F238E27FC236}">
                <a16:creationId xmlns:a16="http://schemas.microsoft.com/office/drawing/2014/main" id="{0E71050E-9972-8C33-F7DF-E465633F2112}"/>
              </a:ext>
            </a:extLst>
          </p:cNvPr>
          <p:cNvCxnSpPr>
            <a:cxnSpLocks/>
          </p:cNvCxnSpPr>
          <p:nvPr/>
        </p:nvCxnSpPr>
        <p:spPr>
          <a:xfrm flipV="1">
            <a:off x="7446457" y="2540967"/>
            <a:ext cx="0" cy="36000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直線コネクタ 19">
            <a:extLst>
              <a:ext uri="{FF2B5EF4-FFF2-40B4-BE49-F238E27FC236}">
                <a16:creationId xmlns:a16="http://schemas.microsoft.com/office/drawing/2014/main" id="{167870D3-BAED-BF5C-A895-8F9CC8ADC22F}"/>
              </a:ext>
            </a:extLst>
          </p:cNvPr>
          <p:cNvCxnSpPr>
            <a:cxnSpLocks/>
          </p:cNvCxnSpPr>
          <p:nvPr/>
        </p:nvCxnSpPr>
        <p:spPr>
          <a:xfrm>
            <a:off x="7594096" y="1658067"/>
            <a:ext cx="434305" cy="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直線コネクタ 20">
            <a:extLst>
              <a:ext uri="{FF2B5EF4-FFF2-40B4-BE49-F238E27FC236}">
                <a16:creationId xmlns:a16="http://schemas.microsoft.com/office/drawing/2014/main" id="{B5EDF734-206D-6A6F-3089-41F0E1270CA0}"/>
              </a:ext>
            </a:extLst>
          </p:cNvPr>
          <p:cNvCxnSpPr>
            <a:cxnSpLocks/>
          </p:cNvCxnSpPr>
          <p:nvPr/>
        </p:nvCxnSpPr>
        <p:spPr>
          <a:xfrm>
            <a:off x="7909803" y="2743086"/>
            <a:ext cx="434305" cy="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直線矢印コネクタ 21">
            <a:extLst>
              <a:ext uri="{FF2B5EF4-FFF2-40B4-BE49-F238E27FC236}">
                <a16:creationId xmlns:a16="http://schemas.microsoft.com/office/drawing/2014/main" id="{482321B2-B643-653F-2E16-8F34B2CC484D}"/>
              </a:ext>
            </a:extLst>
          </p:cNvPr>
          <p:cNvCxnSpPr>
            <a:cxnSpLocks/>
          </p:cNvCxnSpPr>
          <p:nvPr/>
        </p:nvCxnSpPr>
        <p:spPr>
          <a:xfrm flipV="1">
            <a:off x="8028401" y="2540967"/>
            <a:ext cx="0" cy="36000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直線コネクタ 22">
            <a:extLst>
              <a:ext uri="{FF2B5EF4-FFF2-40B4-BE49-F238E27FC236}">
                <a16:creationId xmlns:a16="http://schemas.microsoft.com/office/drawing/2014/main" id="{7299BCC8-D0DD-B8DE-2132-0A36D5E9BD89}"/>
              </a:ext>
            </a:extLst>
          </p:cNvPr>
          <p:cNvCxnSpPr>
            <a:cxnSpLocks/>
          </p:cNvCxnSpPr>
          <p:nvPr/>
        </p:nvCxnSpPr>
        <p:spPr>
          <a:xfrm>
            <a:off x="8176040" y="1658067"/>
            <a:ext cx="434305" cy="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直線コネクタ 23">
            <a:extLst>
              <a:ext uri="{FF2B5EF4-FFF2-40B4-BE49-F238E27FC236}">
                <a16:creationId xmlns:a16="http://schemas.microsoft.com/office/drawing/2014/main" id="{6E9B2A27-CF35-103E-A440-DEEFA21835F3}"/>
              </a:ext>
            </a:extLst>
          </p:cNvPr>
          <p:cNvCxnSpPr>
            <a:cxnSpLocks/>
          </p:cNvCxnSpPr>
          <p:nvPr/>
        </p:nvCxnSpPr>
        <p:spPr>
          <a:xfrm>
            <a:off x="8491747" y="2743086"/>
            <a:ext cx="434305" cy="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直線矢印コネクタ 24">
            <a:extLst>
              <a:ext uri="{FF2B5EF4-FFF2-40B4-BE49-F238E27FC236}">
                <a16:creationId xmlns:a16="http://schemas.microsoft.com/office/drawing/2014/main" id="{8277F858-A196-60D0-1F02-FC8F88754590}"/>
              </a:ext>
            </a:extLst>
          </p:cNvPr>
          <p:cNvCxnSpPr>
            <a:cxnSpLocks/>
          </p:cNvCxnSpPr>
          <p:nvPr/>
        </p:nvCxnSpPr>
        <p:spPr>
          <a:xfrm flipV="1">
            <a:off x="8610345" y="2540967"/>
            <a:ext cx="0" cy="36000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0" name="グループ化 9">
            <a:extLst>
              <a:ext uri="{FF2B5EF4-FFF2-40B4-BE49-F238E27FC236}">
                <a16:creationId xmlns:a16="http://schemas.microsoft.com/office/drawing/2014/main" id="{094E74C9-2C13-57F1-5042-D1CE79B7288E}"/>
              </a:ext>
            </a:extLst>
          </p:cNvPr>
          <p:cNvGrpSpPr/>
          <p:nvPr/>
        </p:nvGrpSpPr>
        <p:grpSpPr>
          <a:xfrm>
            <a:off x="9787091" y="3870791"/>
            <a:ext cx="434305" cy="386815"/>
            <a:chOff x="4483739" y="3530138"/>
            <a:chExt cx="434305" cy="386815"/>
          </a:xfrm>
        </p:grpSpPr>
        <p:cxnSp>
          <p:nvCxnSpPr>
            <p:cNvPr id="26" name="直線コネクタ 25">
              <a:extLst>
                <a:ext uri="{FF2B5EF4-FFF2-40B4-BE49-F238E27FC236}">
                  <a16:creationId xmlns:a16="http://schemas.microsoft.com/office/drawing/2014/main" id="{369B1743-1B3D-50BB-5C6B-F1B905042360}"/>
                </a:ext>
              </a:extLst>
            </p:cNvPr>
            <p:cNvCxnSpPr>
              <a:cxnSpLocks/>
            </p:cNvCxnSpPr>
            <p:nvPr/>
          </p:nvCxnSpPr>
          <p:spPr>
            <a:xfrm>
              <a:off x="4483739" y="3732257"/>
              <a:ext cx="434305" cy="0"/>
            </a:xfrm>
            <a:prstGeom prst="line">
              <a:avLst/>
            </a:prstGeom>
            <a:ln w="5715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直線矢印コネクタ 26">
              <a:extLst>
                <a:ext uri="{FF2B5EF4-FFF2-40B4-BE49-F238E27FC236}">
                  <a16:creationId xmlns:a16="http://schemas.microsoft.com/office/drawing/2014/main" id="{CD4BAE3A-1511-930C-CE23-B382B9EA213D}"/>
                </a:ext>
              </a:extLst>
            </p:cNvPr>
            <p:cNvCxnSpPr/>
            <p:nvPr/>
          </p:nvCxnSpPr>
          <p:spPr>
            <a:xfrm flipV="1">
              <a:off x="4602337" y="3530138"/>
              <a:ext cx="0" cy="36000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直線矢印コネクタ 27">
              <a:extLst>
                <a:ext uri="{FF2B5EF4-FFF2-40B4-BE49-F238E27FC236}">
                  <a16:creationId xmlns:a16="http://schemas.microsoft.com/office/drawing/2014/main" id="{5E8320E9-E211-8B9A-C018-6C96DE15C541}"/>
                </a:ext>
              </a:extLst>
            </p:cNvPr>
            <p:cNvCxnSpPr>
              <a:cxnSpLocks/>
            </p:cNvCxnSpPr>
            <p:nvPr/>
          </p:nvCxnSpPr>
          <p:spPr>
            <a:xfrm>
              <a:off x="4779956" y="3556953"/>
              <a:ext cx="0" cy="360000"/>
            </a:xfrm>
            <a:prstGeom prst="straightConnector1">
              <a:avLst/>
            </a:prstGeom>
            <a:ln w="38100">
              <a:solidFill>
                <a:srgbClr val="FF0000"/>
              </a:solidFill>
              <a:prstDash val="sysDot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29" name="直線コネクタ 28">
            <a:extLst>
              <a:ext uri="{FF2B5EF4-FFF2-40B4-BE49-F238E27FC236}">
                <a16:creationId xmlns:a16="http://schemas.microsoft.com/office/drawing/2014/main" id="{AAA276C3-63AB-062B-D2EC-C22207142944}"/>
              </a:ext>
            </a:extLst>
          </p:cNvPr>
          <p:cNvCxnSpPr>
            <a:cxnSpLocks/>
          </p:cNvCxnSpPr>
          <p:nvPr/>
        </p:nvCxnSpPr>
        <p:spPr>
          <a:xfrm>
            <a:off x="9205147" y="2743086"/>
            <a:ext cx="434305" cy="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直線矢印コネクタ 29">
            <a:extLst>
              <a:ext uri="{FF2B5EF4-FFF2-40B4-BE49-F238E27FC236}">
                <a16:creationId xmlns:a16="http://schemas.microsoft.com/office/drawing/2014/main" id="{F3377EB7-6D8E-B64B-994D-05973424E933}"/>
              </a:ext>
            </a:extLst>
          </p:cNvPr>
          <p:cNvCxnSpPr>
            <a:cxnSpLocks/>
          </p:cNvCxnSpPr>
          <p:nvPr/>
        </p:nvCxnSpPr>
        <p:spPr>
          <a:xfrm flipV="1">
            <a:off x="9323745" y="2540967"/>
            <a:ext cx="0" cy="36000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直線コネクタ 30">
            <a:extLst>
              <a:ext uri="{FF2B5EF4-FFF2-40B4-BE49-F238E27FC236}">
                <a16:creationId xmlns:a16="http://schemas.microsoft.com/office/drawing/2014/main" id="{3F0ED98C-B90D-AE63-02C0-1B14D8B55187}"/>
              </a:ext>
            </a:extLst>
          </p:cNvPr>
          <p:cNvCxnSpPr>
            <a:cxnSpLocks/>
          </p:cNvCxnSpPr>
          <p:nvPr/>
        </p:nvCxnSpPr>
        <p:spPr>
          <a:xfrm>
            <a:off x="9471384" y="1658067"/>
            <a:ext cx="434305" cy="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直線矢印コネクタ 31">
            <a:extLst>
              <a:ext uri="{FF2B5EF4-FFF2-40B4-BE49-F238E27FC236}">
                <a16:creationId xmlns:a16="http://schemas.microsoft.com/office/drawing/2014/main" id="{A7F9083E-8445-52A6-3B6A-18334D90ECB7}"/>
              </a:ext>
            </a:extLst>
          </p:cNvPr>
          <p:cNvCxnSpPr>
            <a:cxnSpLocks/>
          </p:cNvCxnSpPr>
          <p:nvPr/>
        </p:nvCxnSpPr>
        <p:spPr>
          <a:xfrm>
            <a:off x="9500116" y="2547787"/>
            <a:ext cx="0" cy="36000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直線コネクタ 32">
            <a:extLst>
              <a:ext uri="{FF2B5EF4-FFF2-40B4-BE49-F238E27FC236}">
                <a16:creationId xmlns:a16="http://schemas.microsoft.com/office/drawing/2014/main" id="{F8BC646C-9C93-0BF6-9850-5A6E6EC87301}"/>
              </a:ext>
            </a:extLst>
          </p:cNvPr>
          <p:cNvCxnSpPr>
            <a:cxnSpLocks/>
          </p:cNvCxnSpPr>
          <p:nvPr/>
        </p:nvCxnSpPr>
        <p:spPr>
          <a:xfrm>
            <a:off x="9787091" y="2743086"/>
            <a:ext cx="434305" cy="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直線矢印コネクタ 33">
            <a:extLst>
              <a:ext uri="{FF2B5EF4-FFF2-40B4-BE49-F238E27FC236}">
                <a16:creationId xmlns:a16="http://schemas.microsoft.com/office/drawing/2014/main" id="{9C296430-CAC2-1792-6542-9F716DA292AF}"/>
              </a:ext>
            </a:extLst>
          </p:cNvPr>
          <p:cNvCxnSpPr>
            <a:cxnSpLocks/>
          </p:cNvCxnSpPr>
          <p:nvPr/>
        </p:nvCxnSpPr>
        <p:spPr>
          <a:xfrm flipV="1">
            <a:off x="9905689" y="2540967"/>
            <a:ext cx="0" cy="36000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直線コネクタ 34">
            <a:extLst>
              <a:ext uri="{FF2B5EF4-FFF2-40B4-BE49-F238E27FC236}">
                <a16:creationId xmlns:a16="http://schemas.microsoft.com/office/drawing/2014/main" id="{49AEB47C-228E-3906-0E88-70BD7BE7D4D5}"/>
              </a:ext>
            </a:extLst>
          </p:cNvPr>
          <p:cNvCxnSpPr>
            <a:cxnSpLocks/>
          </p:cNvCxnSpPr>
          <p:nvPr/>
        </p:nvCxnSpPr>
        <p:spPr>
          <a:xfrm>
            <a:off x="10053328" y="1658067"/>
            <a:ext cx="434305" cy="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直線コネクタ 35">
            <a:extLst>
              <a:ext uri="{FF2B5EF4-FFF2-40B4-BE49-F238E27FC236}">
                <a16:creationId xmlns:a16="http://schemas.microsoft.com/office/drawing/2014/main" id="{823FD609-6A54-1049-2A4C-76D56F2E76F9}"/>
              </a:ext>
            </a:extLst>
          </p:cNvPr>
          <p:cNvCxnSpPr>
            <a:cxnSpLocks/>
          </p:cNvCxnSpPr>
          <p:nvPr/>
        </p:nvCxnSpPr>
        <p:spPr>
          <a:xfrm>
            <a:off x="10369035" y="2743086"/>
            <a:ext cx="434305" cy="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直線矢印コネクタ 36">
            <a:extLst>
              <a:ext uri="{FF2B5EF4-FFF2-40B4-BE49-F238E27FC236}">
                <a16:creationId xmlns:a16="http://schemas.microsoft.com/office/drawing/2014/main" id="{14D2A54F-8A86-DCCF-3BC3-6640E5616CA6}"/>
              </a:ext>
            </a:extLst>
          </p:cNvPr>
          <p:cNvCxnSpPr>
            <a:cxnSpLocks/>
          </p:cNvCxnSpPr>
          <p:nvPr/>
        </p:nvCxnSpPr>
        <p:spPr>
          <a:xfrm flipV="1">
            <a:off x="10487633" y="2540967"/>
            <a:ext cx="0" cy="36000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38" name="グループ化 37">
            <a:extLst>
              <a:ext uri="{FF2B5EF4-FFF2-40B4-BE49-F238E27FC236}">
                <a16:creationId xmlns:a16="http://schemas.microsoft.com/office/drawing/2014/main" id="{9D48F487-D5F1-57E2-63EA-DF4B3B5D1DD6}"/>
              </a:ext>
            </a:extLst>
          </p:cNvPr>
          <p:cNvGrpSpPr/>
          <p:nvPr/>
        </p:nvGrpSpPr>
        <p:grpSpPr>
          <a:xfrm>
            <a:off x="3273271" y="3870791"/>
            <a:ext cx="434305" cy="386815"/>
            <a:chOff x="2457035" y="2715378"/>
            <a:chExt cx="434305" cy="386815"/>
          </a:xfrm>
        </p:grpSpPr>
        <p:cxnSp>
          <p:nvCxnSpPr>
            <p:cNvPr id="39" name="直線コネクタ 38">
              <a:extLst>
                <a:ext uri="{FF2B5EF4-FFF2-40B4-BE49-F238E27FC236}">
                  <a16:creationId xmlns:a16="http://schemas.microsoft.com/office/drawing/2014/main" id="{464A7A65-0EDE-AFDD-EC9F-E8AA3175737F}"/>
                </a:ext>
              </a:extLst>
            </p:cNvPr>
            <p:cNvCxnSpPr>
              <a:cxnSpLocks/>
            </p:cNvCxnSpPr>
            <p:nvPr/>
          </p:nvCxnSpPr>
          <p:spPr>
            <a:xfrm>
              <a:off x="2457035" y="2917497"/>
              <a:ext cx="434305" cy="0"/>
            </a:xfrm>
            <a:prstGeom prst="line">
              <a:avLst/>
            </a:prstGeom>
            <a:ln w="5715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直線矢印コネクタ 39">
              <a:extLst>
                <a:ext uri="{FF2B5EF4-FFF2-40B4-BE49-F238E27FC236}">
                  <a16:creationId xmlns:a16="http://schemas.microsoft.com/office/drawing/2014/main" id="{09ECFEC9-D9C9-19FB-326A-43AC7CE41606}"/>
                </a:ext>
              </a:extLst>
            </p:cNvPr>
            <p:cNvCxnSpPr/>
            <p:nvPr/>
          </p:nvCxnSpPr>
          <p:spPr>
            <a:xfrm flipV="1">
              <a:off x="2575633" y="2715378"/>
              <a:ext cx="0" cy="36000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直線矢印コネクタ 40">
              <a:extLst>
                <a:ext uri="{FF2B5EF4-FFF2-40B4-BE49-F238E27FC236}">
                  <a16:creationId xmlns:a16="http://schemas.microsoft.com/office/drawing/2014/main" id="{E878ED49-DEA3-B06D-0545-242D98FF2A8B}"/>
                </a:ext>
              </a:extLst>
            </p:cNvPr>
            <p:cNvCxnSpPr>
              <a:cxnSpLocks/>
            </p:cNvCxnSpPr>
            <p:nvPr/>
          </p:nvCxnSpPr>
          <p:spPr>
            <a:xfrm>
              <a:off x="2753252" y="2742193"/>
              <a:ext cx="0" cy="36000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51" name="直線コネクタ 50">
            <a:extLst>
              <a:ext uri="{FF2B5EF4-FFF2-40B4-BE49-F238E27FC236}">
                <a16:creationId xmlns:a16="http://schemas.microsoft.com/office/drawing/2014/main" id="{20AA9DD9-C656-CD03-A7DA-343C04D7B3F0}"/>
              </a:ext>
            </a:extLst>
          </p:cNvPr>
          <p:cNvCxnSpPr>
            <a:cxnSpLocks/>
          </p:cNvCxnSpPr>
          <p:nvPr/>
        </p:nvCxnSpPr>
        <p:spPr>
          <a:xfrm>
            <a:off x="2691327" y="3268982"/>
            <a:ext cx="434305" cy="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直線矢印コネクタ 51">
            <a:extLst>
              <a:ext uri="{FF2B5EF4-FFF2-40B4-BE49-F238E27FC236}">
                <a16:creationId xmlns:a16="http://schemas.microsoft.com/office/drawing/2014/main" id="{03AC235F-C1DC-6DD9-BF11-C38343DED74A}"/>
              </a:ext>
            </a:extLst>
          </p:cNvPr>
          <p:cNvCxnSpPr>
            <a:cxnSpLocks/>
          </p:cNvCxnSpPr>
          <p:nvPr/>
        </p:nvCxnSpPr>
        <p:spPr>
          <a:xfrm flipV="1">
            <a:off x="2809925" y="3066863"/>
            <a:ext cx="0" cy="36000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直線コネクタ 52">
            <a:extLst>
              <a:ext uri="{FF2B5EF4-FFF2-40B4-BE49-F238E27FC236}">
                <a16:creationId xmlns:a16="http://schemas.microsoft.com/office/drawing/2014/main" id="{1E27A652-BE2F-4586-16AA-577A4C61D00D}"/>
              </a:ext>
            </a:extLst>
          </p:cNvPr>
          <p:cNvCxnSpPr>
            <a:cxnSpLocks/>
          </p:cNvCxnSpPr>
          <p:nvPr/>
        </p:nvCxnSpPr>
        <p:spPr>
          <a:xfrm>
            <a:off x="2957564" y="2368615"/>
            <a:ext cx="434305" cy="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直線コネクタ 53">
            <a:extLst>
              <a:ext uri="{FF2B5EF4-FFF2-40B4-BE49-F238E27FC236}">
                <a16:creationId xmlns:a16="http://schemas.microsoft.com/office/drawing/2014/main" id="{9C002EDB-0114-3BED-6ACD-CE6D49756164}"/>
              </a:ext>
            </a:extLst>
          </p:cNvPr>
          <p:cNvCxnSpPr>
            <a:cxnSpLocks/>
          </p:cNvCxnSpPr>
          <p:nvPr/>
        </p:nvCxnSpPr>
        <p:spPr>
          <a:xfrm>
            <a:off x="3273271" y="3268982"/>
            <a:ext cx="434305" cy="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直線矢印コネクタ 54">
            <a:extLst>
              <a:ext uri="{FF2B5EF4-FFF2-40B4-BE49-F238E27FC236}">
                <a16:creationId xmlns:a16="http://schemas.microsoft.com/office/drawing/2014/main" id="{8076EA3A-D4BF-3F96-94A8-0278FBACE86E}"/>
              </a:ext>
            </a:extLst>
          </p:cNvPr>
          <p:cNvCxnSpPr>
            <a:cxnSpLocks/>
          </p:cNvCxnSpPr>
          <p:nvPr/>
        </p:nvCxnSpPr>
        <p:spPr>
          <a:xfrm flipV="1">
            <a:off x="3391869" y="3066863"/>
            <a:ext cx="0" cy="36000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直線コネクタ 55">
            <a:extLst>
              <a:ext uri="{FF2B5EF4-FFF2-40B4-BE49-F238E27FC236}">
                <a16:creationId xmlns:a16="http://schemas.microsoft.com/office/drawing/2014/main" id="{05C24903-2F23-00EB-2D87-FE8111C1D888}"/>
              </a:ext>
            </a:extLst>
          </p:cNvPr>
          <p:cNvCxnSpPr>
            <a:cxnSpLocks/>
          </p:cNvCxnSpPr>
          <p:nvPr/>
        </p:nvCxnSpPr>
        <p:spPr>
          <a:xfrm>
            <a:off x="3539508" y="2368615"/>
            <a:ext cx="434305" cy="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直線コネクタ 56">
            <a:extLst>
              <a:ext uri="{FF2B5EF4-FFF2-40B4-BE49-F238E27FC236}">
                <a16:creationId xmlns:a16="http://schemas.microsoft.com/office/drawing/2014/main" id="{0F887869-9890-2338-D10B-5D1DF218D291}"/>
              </a:ext>
            </a:extLst>
          </p:cNvPr>
          <p:cNvCxnSpPr>
            <a:cxnSpLocks/>
          </p:cNvCxnSpPr>
          <p:nvPr/>
        </p:nvCxnSpPr>
        <p:spPr>
          <a:xfrm>
            <a:off x="3855215" y="3268982"/>
            <a:ext cx="434305" cy="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直線矢印コネクタ 57">
            <a:extLst>
              <a:ext uri="{FF2B5EF4-FFF2-40B4-BE49-F238E27FC236}">
                <a16:creationId xmlns:a16="http://schemas.microsoft.com/office/drawing/2014/main" id="{2B752C70-BCF7-1A39-1C42-694C4341368F}"/>
              </a:ext>
            </a:extLst>
          </p:cNvPr>
          <p:cNvCxnSpPr>
            <a:cxnSpLocks/>
          </p:cNvCxnSpPr>
          <p:nvPr/>
        </p:nvCxnSpPr>
        <p:spPr>
          <a:xfrm flipV="1">
            <a:off x="3973813" y="3066863"/>
            <a:ext cx="0" cy="36000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8" name="グループ化 7">
            <a:extLst>
              <a:ext uri="{FF2B5EF4-FFF2-40B4-BE49-F238E27FC236}">
                <a16:creationId xmlns:a16="http://schemas.microsoft.com/office/drawing/2014/main" id="{F5C09946-5C01-5BAC-EC1E-EAC95258AF1D}"/>
              </a:ext>
            </a:extLst>
          </p:cNvPr>
          <p:cNvGrpSpPr/>
          <p:nvPr/>
        </p:nvGrpSpPr>
        <p:grpSpPr>
          <a:xfrm>
            <a:off x="5141382" y="3870791"/>
            <a:ext cx="434305" cy="386815"/>
            <a:chOff x="9800585" y="3530138"/>
            <a:chExt cx="434305" cy="386815"/>
          </a:xfrm>
        </p:grpSpPr>
        <p:cxnSp>
          <p:nvCxnSpPr>
            <p:cNvPr id="59" name="直線コネクタ 58">
              <a:extLst>
                <a:ext uri="{FF2B5EF4-FFF2-40B4-BE49-F238E27FC236}">
                  <a16:creationId xmlns:a16="http://schemas.microsoft.com/office/drawing/2014/main" id="{F5D5B52D-2B15-A8D0-71F8-248FD89CDDA5}"/>
                </a:ext>
              </a:extLst>
            </p:cNvPr>
            <p:cNvCxnSpPr>
              <a:cxnSpLocks/>
            </p:cNvCxnSpPr>
            <p:nvPr/>
          </p:nvCxnSpPr>
          <p:spPr>
            <a:xfrm>
              <a:off x="9800585" y="3732257"/>
              <a:ext cx="434305" cy="0"/>
            </a:xfrm>
            <a:prstGeom prst="line">
              <a:avLst/>
            </a:prstGeom>
            <a:ln w="5715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直線矢印コネクタ 59">
              <a:extLst>
                <a:ext uri="{FF2B5EF4-FFF2-40B4-BE49-F238E27FC236}">
                  <a16:creationId xmlns:a16="http://schemas.microsoft.com/office/drawing/2014/main" id="{1F98BAC8-9C81-91EB-B002-0BBAC4784251}"/>
                </a:ext>
              </a:extLst>
            </p:cNvPr>
            <p:cNvCxnSpPr/>
            <p:nvPr/>
          </p:nvCxnSpPr>
          <p:spPr>
            <a:xfrm flipV="1">
              <a:off x="9919183" y="3530138"/>
              <a:ext cx="0" cy="36000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直線矢印コネクタ 60">
              <a:extLst>
                <a:ext uri="{FF2B5EF4-FFF2-40B4-BE49-F238E27FC236}">
                  <a16:creationId xmlns:a16="http://schemas.microsoft.com/office/drawing/2014/main" id="{176E8A88-D298-4549-9DAB-A808E4EDEDD8}"/>
                </a:ext>
              </a:extLst>
            </p:cNvPr>
            <p:cNvCxnSpPr>
              <a:cxnSpLocks/>
            </p:cNvCxnSpPr>
            <p:nvPr/>
          </p:nvCxnSpPr>
          <p:spPr>
            <a:xfrm>
              <a:off x="10096802" y="3556953"/>
              <a:ext cx="0" cy="360000"/>
            </a:xfrm>
            <a:prstGeom prst="straightConnector1">
              <a:avLst/>
            </a:prstGeom>
            <a:ln w="38100">
              <a:solidFill>
                <a:srgbClr val="FF0000"/>
              </a:solidFill>
              <a:prstDash val="sysDot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62" name="直線コネクタ 61">
            <a:extLst>
              <a:ext uri="{FF2B5EF4-FFF2-40B4-BE49-F238E27FC236}">
                <a16:creationId xmlns:a16="http://schemas.microsoft.com/office/drawing/2014/main" id="{212DA10B-EA07-BF0E-9757-9A3057A39DCE}"/>
              </a:ext>
            </a:extLst>
          </p:cNvPr>
          <p:cNvCxnSpPr>
            <a:cxnSpLocks/>
          </p:cNvCxnSpPr>
          <p:nvPr/>
        </p:nvCxnSpPr>
        <p:spPr>
          <a:xfrm>
            <a:off x="4559438" y="3268982"/>
            <a:ext cx="434305" cy="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直線矢印コネクタ 62">
            <a:extLst>
              <a:ext uri="{FF2B5EF4-FFF2-40B4-BE49-F238E27FC236}">
                <a16:creationId xmlns:a16="http://schemas.microsoft.com/office/drawing/2014/main" id="{788B6090-D2C2-C468-31A1-1AC7217AEFEB}"/>
              </a:ext>
            </a:extLst>
          </p:cNvPr>
          <p:cNvCxnSpPr>
            <a:cxnSpLocks/>
          </p:cNvCxnSpPr>
          <p:nvPr/>
        </p:nvCxnSpPr>
        <p:spPr>
          <a:xfrm flipV="1">
            <a:off x="4678036" y="3066863"/>
            <a:ext cx="0" cy="36000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直線コネクタ 63">
            <a:extLst>
              <a:ext uri="{FF2B5EF4-FFF2-40B4-BE49-F238E27FC236}">
                <a16:creationId xmlns:a16="http://schemas.microsoft.com/office/drawing/2014/main" id="{268FDAED-9C20-1AF2-64EE-3D5CDC4578A0}"/>
              </a:ext>
            </a:extLst>
          </p:cNvPr>
          <p:cNvCxnSpPr>
            <a:cxnSpLocks/>
          </p:cNvCxnSpPr>
          <p:nvPr/>
        </p:nvCxnSpPr>
        <p:spPr>
          <a:xfrm>
            <a:off x="4825675" y="2368615"/>
            <a:ext cx="434305" cy="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直線コネクタ 65">
            <a:extLst>
              <a:ext uri="{FF2B5EF4-FFF2-40B4-BE49-F238E27FC236}">
                <a16:creationId xmlns:a16="http://schemas.microsoft.com/office/drawing/2014/main" id="{16C34135-5B17-51AD-84AB-1010214942EF}"/>
              </a:ext>
            </a:extLst>
          </p:cNvPr>
          <p:cNvCxnSpPr>
            <a:cxnSpLocks/>
          </p:cNvCxnSpPr>
          <p:nvPr/>
        </p:nvCxnSpPr>
        <p:spPr>
          <a:xfrm>
            <a:off x="5141382" y="3268982"/>
            <a:ext cx="434305" cy="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直線矢印コネクタ 66">
            <a:extLst>
              <a:ext uri="{FF2B5EF4-FFF2-40B4-BE49-F238E27FC236}">
                <a16:creationId xmlns:a16="http://schemas.microsoft.com/office/drawing/2014/main" id="{B2BF5653-5367-F9F8-614B-747CFA7FC7B7}"/>
              </a:ext>
            </a:extLst>
          </p:cNvPr>
          <p:cNvCxnSpPr>
            <a:cxnSpLocks/>
          </p:cNvCxnSpPr>
          <p:nvPr/>
        </p:nvCxnSpPr>
        <p:spPr>
          <a:xfrm flipV="1">
            <a:off x="5259980" y="3066863"/>
            <a:ext cx="0" cy="36000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直線コネクタ 67">
            <a:extLst>
              <a:ext uri="{FF2B5EF4-FFF2-40B4-BE49-F238E27FC236}">
                <a16:creationId xmlns:a16="http://schemas.microsoft.com/office/drawing/2014/main" id="{9A74E2EC-015B-4161-813B-CB6ED4DCB088}"/>
              </a:ext>
            </a:extLst>
          </p:cNvPr>
          <p:cNvCxnSpPr>
            <a:cxnSpLocks/>
          </p:cNvCxnSpPr>
          <p:nvPr/>
        </p:nvCxnSpPr>
        <p:spPr>
          <a:xfrm>
            <a:off x="5407619" y="2368615"/>
            <a:ext cx="434305" cy="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直線コネクタ 68">
            <a:extLst>
              <a:ext uri="{FF2B5EF4-FFF2-40B4-BE49-F238E27FC236}">
                <a16:creationId xmlns:a16="http://schemas.microsoft.com/office/drawing/2014/main" id="{4FF92111-3FAE-F18B-99E1-CC70228E1E6E}"/>
              </a:ext>
            </a:extLst>
          </p:cNvPr>
          <p:cNvCxnSpPr>
            <a:cxnSpLocks/>
          </p:cNvCxnSpPr>
          <p:nvPr/>
        </p:nvCxnSpPr>
        <p:spPr>
          <a:xfrm>
            <a:off x="5723326" y="3268982"/>
            <a:ext cx="434305" cy="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直線矢印コネクタ 69">
            <a:extLst>
              <a:ext uri="{FF2B5EF4-FFF2-40B4-BE49-F238E27FC236}">
                <a16:creationId xmlns:a16="http://schemas.microsoft.com/office/drawing/2014/main" id="{0DC39459-703C-3DE6-489C-8652925F549D}"/>
              </a:ext>
            </a:extLst>
          </p:cNvPr>
          <p:cNvCxnSpPr>
            <a:cxnSpLocks/>
          </p:cNvCxnSpPr>
          <p:nvPr/>
        </p:nvCxnSpPr>
        <p:spPr>
          <a:xfrm flipV="1">
            <a:off x="5841924" y="3066863"/>
            <a:ext cx="0" cy="36000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1" name="テキスト ボックス 70">
            <a:extLst>
              <a:ext uri="{FF2B5EF4-FFF2-40B4-BE49-F238E27FC236}">
                <a16:creationId xmlns:a16="http://schemas.microsoft.com/office/drawing/2014/main" id="{CFF53590-1DFF-BA53-C32F-B32B924A174C}"/>
              </a:ext>
            </a:extLst>
          </p:cNvPr>
          <p:cNvSpPr txBox="1"/>
          <p:nvPr/>
        </p:nvSpPr>
        <p:spPr>
          <a:xfrm>
            <a:off x="7817379" y="5031786"/>
            <a:ext cx="268374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800" b="1" dirty="0">
                <a:latin typeface="Arial" panose="020B0604020202020204" pitchFamily="34" charset="0"/>
                <a:cs typeface="Arial" panose="020B0604020202020204" pitchFamily="34" charset="0"/>
              </a:rPr>
              <a:t>Na</a:t>
            </a:r>
            <a:r>
              <a:rPr kumimoji="1" lang="en-US" altLang="ja-JP" sz="2800" b="1" baseline="30000" dirty="0">
                <a:latin typeface="Arial" panose="020B0604020202020204" pitchFamily="34" charset="0"/>
                <a:cs typeface="Arial" panose="020B0604020202020204" pitchFamily="34" charset="0"/>
              </a:rPr>
              <a:t>+</a:t>
            </a:r>
            <a:r>
              <a:rPr kumimoji="1" lang="en-US" altLang="ja-JP" sz="2800" b="1" dirty="0">
                <a:latin typeface="Arial" panose="020B0604020202020204" pitchFamily="34" charset="0"/>
                <a:cs typeface="Arial" panose="020B0604020202020204" pitchFamily="34" charset="0"/>
              </a:rPr>
              <a:t> electrolyte</a:t>
            </a:r>
            <a:endParaRPr kumimoji="1" lang="ja-JP" altLang="en-US" sz="28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2" name="テキスト ボックス 71">
            <a:extLst>
              <a:ext uri="{FF2B5EF4-FFF2-40B4-BE49-F238E27FC236}">
                <a16:creationId xmlns:a16="http://schemas.microsoft.com/office/drawing/2014/main" id="{9F420CEF-CF55-7895-50AF-48BBA16170CE}"/>
              </a:ext>
            </a:extLst>
          </p:cNvPr>
          <p:cNvSpPr txBox="1"/>
          <p:nvPr/>
        </p:nvSpPr>
        <p:spPr>
          <a:xfrm>
            <a:off x="3239954" y="5031786"/>
            <a:ext cx="248337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800" b="1" dirty="0">
                <a:latin typeface="Arial" panose="020B0604020202020204" pitchFamily="34" charset="0"/>
                <a:cs typeface="Arial" panose="020B0604020202020204" pitchFamily="34" charset="0"/>
              </a:rPr>
              <a:t>K</a:t>
            </a:r>
            <a:r>
              <a:rPr kumimoji="1" lang="en-US" altLang="ja-JP" sz="2800" b="1" baseline="30000" dirty="0">
                <a:latin typeface="Arial" panose="020B0604020202020204" pitchFamily="34" charset="0"/>
                <a:cs typeface="Arial" panose="020B0604020202020204" pitchFamily="34" charset="0"/>
              </a:rPr>
              <a:t>+</a:t>
            </a:r>
            <a:r>
              <a:rPr kumimoji="1" lang="en-US" altLang="ja-JP" sz="28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ja-JP" sz="2800" b="1" dirty="0">
                <a:latin typeface="Arial" panose="020B0604020202020204" pitchFamily="34" charset="0"/>
                <a:cs typeface="Arial" panose="020B0604020202020204" pitchFamily="34" charset="0"/>
              </a:rPr>
              <a:t>electrolyte</a:t>
            </a:r>
            <a:endParaRPr kumimoji="1" lang="ja-JP" altLang="en-US" sz="28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73" name="直線コネクタ 72">
            <a:extLst>
              <a:ext uri="{FF2B5EF4-FFF2-40B4-BE49-F238E27FC236}">
                <a16:creationId xmlns:a16="http://schemas.microsoft.com/office/drawing/2014/main" id="{F472D752-F945-B571-B8A4-2DC3F41CBB35}"/>
              </a:ext>
            </a:extLst>
          </p:cNvPr>
          <p:cNvCxnSpPr>
            <a:cxnSpLocks/>
          </p:cNvCxnSpPr>
          <p:nvPr/>
        </p:nvCxnSpPr>
        <p:spPr>
          <a:xfrm>
            <a:off x="6157631" y="2741029"/>
            <a:ext cx="1170228" cy="0"/>
          </a:xfrm>
          <a:prstGeom prst="line">
            <a:avLst/>
          </a:prstGeom>
          <a:ln w="19050">
            <a:solidFill>
              <a:schemeClr val="tx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5" name="テキスト ボックス 74">
            <a:extLst>
              <a:ext uri="{FF2B5EF4-FFF2-40B4-BE49-F238E27FC236}">
                <a16:creationId xmlns:a16="http://schemas.microsoft.com/office/drawing/2014/main" id="{1DB624A9-2FBA-FA6D-1E7D-B66BB708B86A}"/>
              </a:ext>
            </a:extLst>
          </p:cNvPr>
          <p:cNvSpPr txBox="1"/>
          <p:nvPr/>
        </p:nvSpPr>
        <p:spPr>
          <a:xfrm>
            <a:off x="6050935" y="2253278"/>
            <a:ext cx="12362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b="1" dirty="0">
                <a:solidFill>
                  <a:srgbClr val="42668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stabilized</a:t>
            </a:r>
            <a:endParaRPr kumimoji="1" lang="ja-JP" altLang="en-US" b="1" dirty="0">
              <a:solidFill>
                <a:srgbClr val="42668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8" name="テキスト ボックス 77">
            <a:extLst>
              <a:ext uri="{FF2B5EF4-FFF2-40B4-BE49-F238E27FC236}">
                <a16:creationId xmlns:a16="http://schemas.microsoft.com/office/drawing/2014/main" id="{ACE3A351-B509-C81D-AC7C-B631FDE8610D}"/>
              </a:ext>
            </a:extLst>
          </p:cNvPr>
          <p:cNvSpPr txBox="1"/>
          <p:nvPr/>
        </p:nvSpPr>
        <p:spPr>
          <a:xfrm>
            <a:off x="2967895" y="4424049"/>
            <a:ext cx="130035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000" dirty="0">
                <a:latin typeface="Arial" panose="020B0604020202020204" pitchFamily="34" charset="0"/>
                <a:ea typeface="Arial Unicode MS" panose="020B0604020202020204" pitchFamily="50" charset="-128"/>
                <a:cs typeface="Arial" panose="020B0604020202020204" pitchFamily="34" charset="0"/>
              </a:rPr>
              <a:t>Mn(IV)=O</a:t>
            </a:r>
          </a:p>
        </p:txBody>
      </p:sp>
      <p:sp>
        <p:nvSpPr>
          <p:cNvPr id="79" name="テキスト ボックス 78">
            <a:extLst>
              <a:ext uri="{FF2B5EF4-FFF2-40B4-BE49-F238E27FC236}">
                <a16:creationId xmlns:a16="http://schemas.microsoft.com/office/drawing/2014/main" id="{239BCD01-73C6-DD9F-2FF8-98C705BEB9DA}"/>
              </a:ext>
            </a:extLst>
          </p:cNvPr>
          <p:cNvSpPr txBox="1"/>
          <p:nvPr/>
        </p:nvSpPr>
        <p:spPr>
          <a:xfrm>
            <a:off x="4789825" y="4424049"/>
            <a:ext cx="129554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000" dirty="0">
                <a:latin typeface="Arial" panose="020B0604020202020204" pitchFamily="34" charset="0"/>
                <a:ea typeface="Arial Unicode MS" panose="020B0604020202020204" pitchFamily="50" charset="-128"/>
                <a:cs typeface="Arial" panose="020B0604020202020204" pitchFamily="34" charset="0"/>
              </a:rPr>
              <a:t>Mn(III)-O•</a:t>
            </a:r>
          </a:p>
        </p:txBody>
      </p:sp>
      <p:cxnSp>
        <p:nvCxnSpPr>
          <p:cNvPr id="80" name="直線矢印コネクタ 79">
            <a:extLst>
              <a:ext uri="{FF2B5EF4-FFF2-40B4-BE49-F238E27FC236}">
                <a16:creationId xmlns:a16="http://schemas.microsoft.com/office/drawing/2014/main" id="{A955B52E-5BE7-5C8A-1831-37A8D769F221}"/>
              </a:ext>
            </a:extLst>
          </p:cNvPr>
          <p:cNvCxnSpPr>
            <a:cxnSpLocks/>
          </p:cNvCxnSpPr>
          <p:nvPr/>
        </p:nvCxnSpPr>
        <p:spPr>
          <a:xfrm>
            <a:off x="4281616" y="4624104"/>
            <a:ext cx="494974" cy="0"/>
          </a:xfrm>
          <a:prstGeom prst="straightConnector1">
            <a:avLst/>
          </a:prstGeom>
          <a:ln w="44450">
            <a:solidFill>
              <a:schemeClr val="tx1"/>
            </a:solidFill>
            <a:headEnd type="triangl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E6B00341-E0D4-082B-3EB9-6EEF2DD1A3A9}"/>
              </a:ext>
            </a:extLst>
          </p:cNvPr>
          <p:cNvSpPr txBox="1"/>
          <p:nvPr/>
        </p:nvSpPr>
        <p:spPr>
          <a:xfrm>
            <a:off x="1785352" y="2500857"/>
            <a:ext cx="89639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000" dirty="0">
                <a:latin typeface="Arial" panose="020B0604020202020204" pitchFamily="34" charset="0"/>
                <a:cs typeface="Arial" panose="020B0604020202020204" pitchFamily="34" charset="0"/>
              </a:rPr>
              <a:t>Mn 3d</a:t>
            </a:r>
            <a:endParaRPr kumimoji="1" lang="ja-JP" alt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AF2F305E-8B5B-982D-E783-6BDE5D579F97}"/>
              </a:ext>
            </a:extLst>
          </p:cNvPr>
          <p:cNvSpPr txBox="1"/>
          <p:nvPr/>
        </p:nvSpPr>
        <p:spPr>
          <a:xfrm>
            <a:off x="1891539" y="3857496"/>
            <a:ext cx="73930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000" dirty="0">
                <a:latin typeface="Arial" panose="020B0604020202020204" pitchFamily="34" charset="0"/>
                <a:cs typeface="Arial" panose="020B0604020202020204" pitchFamily="34" charset="0"/>
              </a:rPr>
              <a:t>O 2p</a:t>
            </a:r>
            <a:endParaRPr kumimoji="1" lang="ja-JP" alt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矢印: 下 12">
            <a:extLst>
              <a:ext uri="{FF2B5EF4-FFF2-40B4-BE49-F238E27FC236}">
                <a16:creationId xmlns:a16="http://schemas.microsoft.com/office/drawing/2014/main" id="{2B88B875-7E4E-ADBC-F8FA-C0B46E69E9E2}"/>
              </a:ext>
            </a:extLst>
          </p:cNvPr>
          <p:cNvSpPr/>
          <p:nvPr/>
        </p:nvSpPr>
        <p:spPr>
          <a:xfrm>
            <a:off x="6423474" y="2745623"/>
            <a:ext cx="528353" cy="523359"/>
          </a:xfrm>
          <a:prstGeom prst="downArrow">
            <a:avLst/>
          </a:prstGeom>
          <a:noFill/>
          <a:ln>
            <a:solidFill>
              <a:srgbClr val="42668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17" name="直線矢印コネクタ 16">
            <a:extLst>
              <a:ext uri="{FF2B5EF4-FFF2-40B4-BE49-F238E27FC236}">
                <a16:creationId xmlns:a16="http://schemas.microsoft.com/office/drawing/2014/main" id="{BDC7D4A4-9EC2-82D2-56BA-5A03DADE4EDB}"/>
              </a:ext>
            </a:extLst>
          </p:cNvPr>
          <p:cNvCxnSpPr>
            <a:cxnSpLocks/>
          </p:cNvCxnSpPr>
          <p:nvPr/>
        </p:nvCxnSpPr>
        <p:spPr>
          <a:xfrm>
            <a:off x="4835562" y="3071226"/>
            <a:ext cx="0" cy="36000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直線コネクタ 43">
            <a:extLst>
              <a:ext uri="{FF2B5EF4-FFF2-40B4-BE49-F238E27FC236}">
                <a16:creationId xmlns:a16="http://schemas.microsoft.com/office/drawing/2014/main" id="{431D7321-8FC4-E1B2-361A-216588CE79E9}"/>
              </a:ext>
            </a:extLst>
          </p:cNvPr>
          <p:cNvCxnSpPr>
            <a:cxnSpLocks/>
          </p:cNvCxnSpPr>
          <p:nvPr/>
        </p:nvCxnSpPr>
        <p:spPr>
          <a:xfrm>
            <a:off x="6050935" y="3268982"/>
            <a:ext cx="1105769" cy="0"/>
          </a:xfrm>
          <a:prstGeom prst="line">
            <a:avLst/>
          </a:prstGeom>
          <a:ln w="19050">
            <a:solidFill>
              <a:schemeClr val="tx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8763336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88140C-67A0-D37E-B51C-737C5473B5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グループ化 3">
            <a:extLst>
              <a:ext uri="{FF2B5EF4-FFF2-40B4-BE49-F238E27FC236}">
                <a16:creationId xmlns:a16="http://schemas.microsoft.com/office/drawing/2014/main" id="{A9B00328-3E84-9D26-3BB7-346EA6917989}"/>
              </a:ext>
            </a:extLst>
          </p:cNvPr>
          <p:cNvGrpSpPr/>
          <p:nvPr/>
        </p:nvGrpSpPr>
        <p:grpSpPr>
          <a:xfrm>
            <a:off x="2606451" y="3530138"/>
            <a:ext cx="434305" cy="386815"/>
            <a:chOff x="2457035" y="2715378"/>
            <a:chExt cx="434305" cy="386815"/>
          </a:xfrm>
        </p:grpSpPr>
        <p:cxnSp>
          <p:nvCxnSpPr>
            <p:cNvPr id="5" name="直線コネクタ 4">
              <a:extLst>
                <a:ext uri="{FF2B5EF4-FFF2-40B4-BE49-F238E27FC236}">
                  <a16:creationId xmlns:a16="http://schemas.microsoft.com/office/drawing/2014/main" id="{9C794BDE-2F07-4682-4C27-33DFD85EAABF}"/>
                </a:ext>
              </a:extLst>
            </p:cNvPr>
            <p:cNvCxnSpPr>
              <a:cxnSpLocks/>
            </p:cNvCxnSpPr>
            <p:nvPr/>
          </p:nvCxnSpPr>
          <p:spPr>
            <a:xfrm>
              <a:off x="2457035" y="2917497"/>
              <a:ext cx="434305" cy="0"/>
            </a:xfrm>
            <a:prstGeom prst="line">
              <a:avLst/>
            </a:prstGeom>
            <a:ln w="5715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直線矢印コネクタ 5">
              <a:extLst>
                <a:ext uri="{FF2B5EF4-FFF2-40B4-BE49-F238E27FC236}">
                  <a16:creationId xmlns:a16="http://schemas.microsoft.com/office/drawing/2014/main" id="{88A4EB23-225D-C342-FCB1-F4919623BA47}"/>
                </a:ext>
              </a:extLst>
            </p:cNvPr>
            <p:cNvCxnSpPr/>
            <p:nvPr/>
          </p:nvCxnSpPr>
          <p:spPr>
            <a:xfrm flipV="1">
              <a:off x="2575633" y="2715378"/>
              <a:ext cx="0" cy="36000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直線矢印コネクタ 6">
              <a:extLst>
                <a:ext uri="{FF2B5EF4-FFF2-40B4-BE49-F238E27FC236}">
                  <a16:creationId xmlns:a16="http://schemas.microsoft.com/office/drawing/2014/main" id="{30E496F7-0DA7-2BEF-98EB-892336331F4E}"/>
                </a:ext>
              </a:extLst>
            </p:cNvPr>
            <p:cNvCxnSpPr>
              <a:cxnSpLocks/>
            </p:cNvCxnSpPr>
            <p:nvPr/>
          </p:nvCxnSpPr>
          <p:spPr>
            <a:xfrm>
              <a:off x="2753252" y="2742193"/>
              <a:ext cx="0" cy="36000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2BF400E1-F594-0F33-0376-D450DCA47BAE}"/>
              </a:ext>
            </a:extLst>
          </p:cNvPr>
          <p:cNvSpPr txBox="1"/>
          <p:nvPr/>
        </p:nvSpPr>
        <p:spPr>
          <a:xfrm>
            <a:off x="2319414" y="4083396"/>
            <a:ext cx="130035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000" dirty="0">
                <a:latin typeface="Arial" panose="020B0604020202020204" pitchFamily="34" charset="0"/>
                <a:ea typeface="Arial Unicode MS" panose="020B0604020202020204" pitchFamily="50" charset="-128"/>
                <a:cs typeface="Arial" panose="020B0604020202020204" pitchFamily="34" charset="0"/>
              </a:rPr>
              <a:t>Mn(IV)=O</a:t>
            </a:r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CFE6A897-5F4C-1A86-FE72-799D341930A7}"/>
              </a:ext>
            </a:extLst>
          </p:cNvPr>
          <p:cNvSpPr txBox="1"/>
          <p:nvPr/>
        </p:nvSpPr>
        <p:spPr>
          <a:xfrm>
            <a:off x="4141344" y="4083396"/>
            <a:ext cx="129554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000" dirty="0">
                <a:latin typeface="Arial" panose="020B0604020202020204" pitchFamily="34" charset="0"/>
                <a:ea typeface="Arial Unicode MS" panose="020B0604020202020204" pitchFamily="50" charset="-128"/>
                <a:cs typeface="Arial" panose="020B0604020202020204" pitchFamily="34" charset="0"/>
              </a:rPr>
              <a:t>Mn(III)-O•</a:t>
            </a:r>
          </a:p>
        </p:txBody>
      </p:sp>
      <p:cxnSp>
        <p:nvCxnSpPr>
          <p:cNvPr id="14" name="直線矢印コネクタ 13">
            <a:extLst>
              <a:ext uri="{FF2B5EF4-FFF2-40B4-BE49-F238E27FC236}">
                <a16:creationId xmlns:a16="http://schemas.microsoft.com/office/drawing/2014/main" id="{370A1C12-B9E9-D356-3292-3A19BD8C20C1}"/>
              </a:ext>
            </a:extLst>
          </p:cNvPr>
          <p:cNvCxnSpPr>
            <a:cxnSpLocks/>
          </p:cNvCxnSpPr>
          <p:nvPr/>
        </p:nvCxnSpPr>
        <p:spPr>
          <a:xfrm flipV="1">
            <a:off x="1575658" y="1485983"/>
            <a:ext cx="0" cy="2576885"/>
          </a:xfrm>
          <a:prstGeom prst="straightConnector1">
            <a:avLst/>
          </a:prstGeom>
          <a:ln w="28575">
            <a:solidFill>
              <a:schemeClr val="tx1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C95F6FD2-831E-A8B3-81F3-D21F6AD78822}"/>
              </a:ext>
            </a:extLst>
          </p:cNvPr>
          <p:cNvSpPr txBox="1"/>
          <p:nvPr/>
        </p:nvSpPr>
        <p:spPr>
          <a:xfrm rot="16200000">
            <a:off x="253340" y="2589759"/>
            <a:ext cx="198002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dirty="0">
                <a:latin typeface="Arial" panose="020B0604020202020204" pitchFamily="34" charset="0"/>
                <a:ea typeface="Arial Unicode MS" panose="020B0604020202020204" pitchFamily="50" charset="-128"/>
                <a:cs typeface="Arial" panose="020B0604020202020204" pitchFamily="34" charset="0"/>
              </a:rPr>
              <a:t>Energy of orbitals</a:t>
            </a:r>
            <a:endParaRPr kumimoji="1" lang="ja-JP" altLang="en-US" dirty="0">
              <a:latin typeface="Arial" panose="020B0604020202020204" pitchFamily="34" charset="0"/>
              <a:ea typeface="Arial Unicode MS" panose="020B0604020202020204" pitchFamily="50" charset="-128"/>
              <a:cs typeface="Arial" panose="020B0604020202020204" pitchFamily="34" charset="0"/>
            </a:endParaRPr>
          </a:p>
        </p:txBody>
      </p:sp>
      <p:cxnSp>
        <p:nvCxnSpPr>
          <p:cNvPr id="16" name="直線矢印コネクタ 15">
            <a:extLst>
              <a:ext uri="{FF2B5EF4-FFF2-40B4-BE49-F238E27FC236}">
                <a16:creationId xmlns:a16="http://schemas.microsoft.com/office/drawing/2014/main" id="{85CA688F-0F21-9FA6-33A5-99B9FE491A6C}"/>
              </a:ext>
            </a:extLst>
          </p:cNvPr>
          <p:cNvCxnSpPr>
            <a:cxnSpLocks/>
          </p:cNvCxnSpPr>
          <p:nvPr/>
        </p:nvCxnSpPr>
        <p:spPr>
          <a:xfrm>
            <a:off x="3633135" y="4283451"/>
            <a:ext cx="494974" cy="0"/>
          </a:xfrm>
          <a:prstGeom prst="straightConnector1">
            <a:avLst/>
          </a:prstGeom>
          <a:ln w="44450">
            <a:solidFill>
              <a:schemeClr val="tx1"/>
            </a:solidFill>
            <a:headEnd type="triangl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直線コネクタ 17">
            <a:extLst>
              <a:ext uri="{FF2B5EF4-FFF2-40B4-BE49-F238E27FC236}">
                <a16:creationId xmlns:a16="http://schemas.microsoft.com/office/drawing/2014/main" id="{6C5A1001-8095-EBCE-8CAE-E56F0C3F647E}"/>
              </a:ext>
            </a:extLst>
          </p:cNvPr>
          <p:cNvCxnSpPr>
            <a:cxnSpLocks/>
          </p:cNvCxnSpPr>
          <p:nvPr/>
        </p:nvCxnSpPr>
        <p:spPr>
          <a:xfrm>
            <a:off x="2024507" y="2294851"/>
            <a:ext cx="434305" cy="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直線矢印コネクタ 18">
            <a:extLst>
              <a:ext uri="{FF2B5EF4-FFF2-40B4-BE49-F238E27FC236}">
                <a16:creationId xmlns:a16="http://schemas.microsoft.com/office/drawing/2014/main" id="{ED02C06A-6C96-9D7F-43A0-3520697B71D1}"/>
              </a:ext>
            </a:extLst>
          </p:cNvPr>
          <p:cNvCxnSpPr/>
          <p:nvPr/>
        </p:nvCxnSpPr>
        <p:spPr>
          <a:xfrm flipV="1">
            <a:off x="2143105" y="2092732"/>
            <a:ext cx="0" cy="36000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直線コネクタ 19">
            <a:extLst>
              <a:ext uri="{FF2B5EF4-FFF2-40B4-BE49-F238E27FC236}">
                <a16:creationId xmlns:a16="http://schemas.microsoft.com/office/drawing/2014/main" id="{9A761802-8E3D-4D96-0B1C-175587B4FE4F}"/>
              </a:ext>
            </a:extLst>
          </p:cNvPr>
          <p:cNvCxnSpPr>
            <a:cxnSpLocks/>
          </p:cNvCxnSpPr>
          <p:nvPr/>
        </p:nvCxnSpPr>
        <p:spPr>
          <a:xfrm>
            <a:off x="2290744" y="1658067"/>
            <a:ext cx="434305" cy="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直線コネクタ 20">
            <a:extLst>
              <a:ext uri="{FF2B5EF4-FFF2-40B4-BE49-F238E27FC236}">
                <a16:creationId xmlns:a16="http://schemas.microsoft.com/office/drawing/2014/main" id="{83642CA3-0576-A09D-3316-E13E088F13C5}"/>
              </a:ext>
            </a:extLst>
          </p:cNvPr>
          <p:cNvCxnSpPr>
            <a:cxnSpLocks/>
          </p:cNvCxnSpPr>
          <p:nvPr/>
        </p:nvCxnSpPr>
        <p:spPr>
          <a:xfrm>
            <a:off x="2606451" y="2294851"/>
            <a:ext cx="434305" cy="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直線矢印コネクタ 21">
            <a:extLst>
              <a:ext uri="{FF2B5EF4-FFF2-40B4-BE49-F238E27FC236}">
                <a16:creationId xmlns:a16="http://schemas.microsoft.com/office/drawing/2014/main" id="{D7F1F459-D1F8-62E5-61A3-4E71D70B474C}"/>
              </a:ext>
            </a:extLst>
          </p:cNvPr>
          <p:cNvCxnSpPr/>
          <p:nvPr/>
        </p:nvCxnSpPr>
        <p:spPr>
          <a:xfrm flipV="1">
            <a:off x="2725049" y="2092732"/>
            <a:ext cx="0" cy="36000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直線コネクタ 22">
            <a:extLst>
              <a:ext uri="{FF2B5EF4-FFF2-40B4-BE49-F238E27FC236}">
                <a16:creationId xmlns:a16="http://schemas.microsoft.com/office/drawing/2014/main" id="{273EE9F5-4743-4360-29C1-C24C8272062C}"/>
              </a:ext>
            </a:extLst>
          </p:cNvPr>
          <p:cNvCxnSpPr>
            <a:cxnSpLocks/>
          </p:cNvCxnSpPr>
          <p:nvPr/>
        </p:nvCxnSpPr>
        <p:spPr>
          <a:xfrm>
            <a:off x="2872688" y="1658067"/>
            <a:ext cx="434305" cy="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直線コネクタ 23">
            <a:extLst>
              <a:ext uri="{FF2B5EF4-FFF2-40B4-BE49-F238E27FC236}">
                <a16:creationId xmlns:a16="http://schemas.microsoft.com/office/drawing/2014/main" id="{5FBA1A8C-F15C-79D1-0D80-98FD09373A59}"/>
              </a:ext>
            </a:extLst>
          </p:cNvPr>
          <p:cNvCxnSpPr>
            <a:cxnSpLocks/>
          </p:cNvCxnSpPr>
          <p:nvPr/>
        </p:nvCxnSpPr>
        <p:spPr>
          <a:xfrm>
            <a:off x="3188395" y="2294851"/>
            <a:ext cx="434305" cy="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直線矢印コネクタ 24">
            <a:extLst>
              <a:ext uri="{FF2B5EF4-FFF2-40B4-BE49-F238E27FC236}">
                <a16:creationId xmlns:a16="http://schemas.microsoft.com/office/drawing/2014/main" id="{4F4205AF-0893-1FFB-BDA8-78DD0794D4AA}"/>
              </a:ext>
            </a:extLst>
          </p:cNvPr>
          <p:cNvCxnSpPr/>
          <p:nvPr/>
        </p:nvCxnSpPr>
        <p:spPr>
          <a:xfrm flipV="1">
            <a:off x="3306993" y="2092732"/>
            <a:ext cx="0" cy="36000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0" name="グループ化 9">
            <a:extLst>
              <a:ext uri="{FF2B5EF4-FFF2-40B4-BE49-F238E27FC236}">
                <a16:creationId xmlns:a16="http://schemas.microsoft.com/office/drawing/2014/main" id="{F9DC8338-CFB4-9D31-5566-18EA3B5C48E5}"/>
              </a:ext>
            </a:extLst>
          </p:cNvPr>
          <p:cNvGrpSpPr/>
          <p:nvPr/>
        </p:nvGrpSpPr>
        <p:grpSpPr>
          <a:xfrm>
            <a:off x="4483739" y="3530138"/>
            <a:ext cx="434305" cy="386815"/>
            <a:chOff x="4483739" y="3530138"/>
            <a:chExt cx="434305" cy="386815"/>
          </a:xfrm>
        </p:grpSpPr>
        <p:cxnSp>
          <p:nvCxnSpPr>
            <p:cNvPr id="26" name="直線コネクタ 25">
              <a:extLst>
                <a:ext uri="{FF2B5EF4-FFF2-40B4-BE49-F238E27FC236}">
                  <a16:creationId xmlns:a16="http://schemas.microsoft.com/office/drawing/2014/main" id="{CAC079FF-5D55-2BF2-9C6F-1135D19D500E}"/>
                </a:ext>
              </a:extLst>
            </p:cNvPr>
            <p:cNvCxnSpPr>
              <a:cxnSpLocks/>
            </p:cNvCxnSpPr>
            <p:nvPr/>
          </p:nvCxnSpPr>
          <p:spPr>
            <a:xfrm>
              <a:off x="4483739" y="3732257"/>
              <a:ext cx="434305" cy="0"/>
            </a:xfrm>
            <a:prstGeom prst="line">
              <a:avLst/>
            </a:prstGeom>
            <a:ln w="5715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直線矢印コネクタ 26">
              <a:extLst>
                <a:ext uri="{FF2B5EF4-FFF2-40B4-BE49-F238E27FC236}">
                  <a16:creationId xmlns:a16="http://schemas.microsoft.com/office/drawing/2014/main" id="{651E75F8-BC7A-FAF8-7831-7F4A37561C82}"/>
                </a:ext>
              </a:extLst>
            </p:cNvPr>
            <p:cNvCxnSpPr/>
            <p:nvPr/>
          </p:nvCxnSpPr>
          <p:spPr>
            <a:xfrm flipV="1">
              <a:off x="4602337" y="3530138"/>
              <a:ext cx="0" cy="36000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直線矢印コネクタ 27">
              <a:extLst>
                <a:ext uri="{FF2B5EF4-FFF2-40B4-BE49-F238E27FC236}">
                  <a16:creationId xmlns:a16="http://schemas.microsoft.com/office/drawing/2014/main" id="{FB1E6D5A-EBD7-1D57-C1D6-AD79850FE8A5}"/>
                </a:ext>
              </a:extLst>
            </p:cNvPr>
            <p:cNvCxnSpPr>
              <a:cxnSpLocks/>
            </p:cNvCxnSpPr>
            <p:nvPr/>
          </p:nvCxnSpPr>
          <p:spPr>
            <a:xfrm>
              <a:off x="4779956" y="3556953"/>
              <a:ext cx="0" cy="360000"/>
            </a:xfrm>
            <a:prstGeom prst="straightConnector1">
              <a:avLst/>
            </a:prstGeom>
            <a:ln w="38100">
              <a:solidFill>
                <a:srgbClr val="FF0000"/>
              </a:solidFill>
              <a:prstDash val="sysDot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29" name="直線コネクタ 28">
            <a:extLst>
              <a:ext uri="{FF2B5EF4-FFF2-40B4-BE49-F238E27FC236}">
                <a16:creationId xmlns:a16="http://schemas.microsoft.com/office/drawing/2014/main" id="{65541231-1C83-910F-346B-104A6639C920}"/>
              </a:ext>
            </a:extLst>
          </p:cNvPr>
          <p:cNvCxnSpPr>
            <a:cxnSpLocks/>
          </p:cNvCxnSpPr>
          <p:nvPr/>
        </p:nvCxnSpPr>
        <p:spPr>
          <a:xfrm>
            <a:off x="3901795" y="2294851"/>
            <a:ext cx="434305" cy="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直線矢印コネクタ 29">
            <a:extLst>
              <a:ext uri="{FF2B5EF4-FFF2-40B4-BE49-F238E27FC236}">
                <a16:creationId xmlns:a16="http://schemas.microsoft.com/office/drawing/2014/main" id="{79FB1C89-A3AC-970F-6450-ACD1D83251D4}"/>
              </a:ext>
            </a:extLst>
          </p:cNvPr>
          <p:cNvCxnSpPr/>
          <p:nvPr/>
        </p:nvCxnSpPr>
        <p:spPr>
          <a:xfrm flipV="1">
            <a:off x="4020393" y="2092732"/>
            <a:ext cx="0" cy="36000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直線コネクタ 30">
            <a:extLst>
              <a:ext uri="{FF2B5EF4-FFF2-40B4-BE49-F238E27FC236}">
                <a16:creationId xmlns:a16="http://schemas.microsoft.com/office/drawing/2014/main" id="{31FC7673-2D43-C9E8-2551-711AD1EF2E37}"/>
              </a:ext>
            </a:extLst>
          </p:cNvPr>
          <p:cNvCxnSpPr>
            <a:cxnSpLocks/>
          </p:cNvCxnSpPr>
          <p:nvPr/>
        </p:nvCxnSpPr>
        <p:spPr>
          <a:xfrm>
            <a:off x="4168032" y="1658067"/>
            <a:ext cx="434305" cy="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直線矢印コネクタ 31">
            <a:extLst>
              <a:ext uri="{FF2B5EF4-FFF2-40B4-BE49-F238E27FC236}">
                <a16:creationId xmlns:a16="http://schemas.microsoft.com/office/drawing/2014/main" id="{073ED736-8CF1-F8F6-EB48-449CC61B2C79}"/>
              </a:ext>
            </a:extLst>
          </p:cNvPr>
          <p:cNvCxnSpPr/>
          <p:nvPr/>
        </p:nvCxnSpPr>
        <p:spPr>
          <a:xfrm flipV="1">
            <a:off x="4286630" y="1455948"/>
            <a:ext cx="0" cy="36000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直線コネクタ 32">
            <a:extLst>
              <a:ext uri="{FF2B5EF4-FFF2-40B4-BE49-F238E27FC236}">
                <a16:creationId xmlns:a16="http://schemas.microsoft.com/office/drawing/2014/main" id="{48DA4F72-C167-3B68-4E36-51A7429751D5}"/>
              </a:ext>
            </a:extLst>
          </p:cNvPr>
          <p:cNvCxnSpPr>
            <a:cxnSpLocks/>
          </p:cNvCxnSpPr>
          <p:nvPr/>
        </p:nvCxnSpPr>
        <p:spPr>
          <a:xfrm>
            <a:off x="4483739" y="2294851"/>
            <a:ext cx="434305" cy="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直線矢印コネクタ 33">
            <a:extLst>
              <a:ext uri="{FF2B5EF4-FFF2-40B4-BE49-F238E27FC236}">
                <a16:creationId xmlns:a16="http://schemas.microsoft.com/office/drawing/2014/main" id="{A779141C-A675-ED73-7E80-6EFAA1BD6D00}"/>
              </a:ext>
            </a:extLst>
          </p:cNvPr>
          <p:cNvCxnSpPr/>
          <p:nvPr/>
        </p:nvCxnSpPr>
        <p:spPr>
          <a:xfrm flipV="1">
            <a:off x="4602337" y="2092732"/>
            <a:ext cx="0" cy="36000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直線コネクタ 34">
            <a:extLst>
              <a:ext uri="{FF2B5EF4-FFF2-40B4-BE49-F238E27FC236}">
                <a16:creationId xmlns:a16="http://schemas.microsoft.com/office/drawing/2014/main" id="{6CCCB757-0326-F529-039F-9933FF9BDCED}"/>
              </a:ext>
            </a:extLst>
          </p:cNvPr>
          <p:cNvCxnSpPr>
            <a:cxnSpLocks/>
          </p:cNvCxnSpPr>
          <p:nvPr/>
        </p:nvCxnSpPr>
        <p:spPr>
          <a:xfrm>
            <a:off x="4749976" y="1658067"/>
            <a:ext cx="434305" cy="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直線コネクタ 35">
            <a:extLst>
              <a:ext uri="{FF2B5EF4-FFF2-40B4-BE49-F238E27FC236}">
                <a16:creationId xmlns:a16="http://schemas.microsoft.com/office/drawing/2014/main" id="{43982001-0FE0-114A-F4D8-E6F5F83B4289}"/>
              </a:ext>
            </a:extLst>
          </p:cNvPr>
          <p:cNvCxnSpPr>
            <a:cxnSpLocks/>
          </p:cNvCxnSpPr>
          <p:nvPr/>
        </p:nvCxnSpPr>
        <p:spPr>
          <a:xfrm>
            <a:off x="5065683" y="2294851"/>
            <a:ext cx="434305" cy="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直線矢印コネクタ 36">
            <a:extLst>
              <a:ext uri="{FF2B5EF4-FFF2-40B4-BE49-F238E27FC236}">
                <a16:creationId xmlns:a16="http://schemas.microsoft.com/office/drawing/2014/main" id="{CBC2FFB4-3B0E-1370-9DDB-01DF8A833422}"/>
              </a:ext>
            </a:extLst>
          </p:cNvPr>
          <p:cNvCxnSpPr/>
          <p:nvPr/>
        </p:nvCxnSpPr>
        <p:spPr>
          <a:xfrm flipV="1">
            <a:off x="5184281" y="2092732"/>
            <a:ext cx="0" cy="36000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38" name="グループ化 37">
            <a:extLst>
              <a:ext uri="{FF2B5EF4-FFF2-40B4-BE49-F238E27FC236}">
                <a16:creationId xmlns:a16="http://schemas.microsoft.com/office/drawing/2014/main" id="{EE293B12-8629-C88A-B573-062B84F382BB}"/>
              </a:ext>
            </a:extLst>
          </p:cNvPr>
          <p:cNvGrpSpPr/>
          <p:nvPr/>
        </p:nvGrpSpPr>
        <p:grpSpPr>
          <a:xfrm>
            <a:off x="7932474" y="3530138"/>
            <a:ext cx="434305" cy="386815"/>
            <a:chOff x="2457035" y="2715378"/>
            <a:chExt cx="434305" cy="386815"/>
          </a:xfrm>
        </p:grpSpPr>
        <p:cxnSp>
          <p:nvCxnSpPr>
            <p:cNvPr id="39" name="直線コネクタ 38">
              <a:extLst>
                <a:ext uri="{FF2B5EF4-FFF2-40B4-BE49-F238E27FC236}">
                  <a16:creationId xmlns:a16="http://schemas.microsoft.com/office/drawing/2014/main" id="{AECCF4E2-3634-7E2E-81F8-BF0BCA9A3087}"/>
                </a:ext>
              </a:extLst>
            </p:cNvPr>
            <p:cNvCxnSpPr>
              <a:cxnSpLocks/>
            </p:cNvCxnSpPr>
            <p:nvPr/>
          </p:nvCxnSpPr>
          <p:spPr>
            <a:xfrm>
              <a:off x="2457035" y="2917497"/>
              <a:ext cx="434305" cy="0"/>
            </a:xfrm>
            <a:prstGeom prst="line">
              <a:avLst/>
            </a:prstGeom>
            <a:ln w="5715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直線矢印コネクタ 39">
              <a:extLst>
                <a:ext uri="{FF2B5EF4-FFF2-40B4-BE49-F238E27FC236}">
                  <a16:creationId xmlns:a16="http://schemas.microsoft.com/office/drawing/2014/main" id="{7904B255-6158-EF71-3105-EC239F9E2C16}"/>
                </a:ext>
              </a:extLst>
            </p:cNvPr>
            <p:cNvCxnSpPr/>
            <p:nvPr/>
          </p:nvCxnSpPr>
          <p:spPr>
            <a:xfrm flipV="1">
              <a:off x="2575633" y="2715378"/>
              <a:ext cx="0" cy="36000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直線矢印コネクタ 40">
              <a:extLst>
                <a:ext uri="{FF2B5EF4-FFF2-40B4-BE49-F238E27FC236}">
                  <a16:creationId xmlns:a16="http://schemas.microsoft.com/office/drawing/2014/main" id="{E2BDEA41-1A06-9448-1051-35B17D370CBC}"/>
                </a:ext>
              </a:extLst>
            </p:cNvPr>
            <p:cNvCxnSpPr>
              <a:cxnSpLocks/>
            </p:cNvCxnSpPr>
            <p:nvPr/>
          </p:nvCxnSpPr>
          <p:spPr>
            <a:xfrm>
              <a:off x="2753252" y="2742193"/>
              <a:ext cx="0" cy="36000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51" name="直線コネクタ 50">
            <a:extLst>
              <a:ext uri="{FF2B5EF4-FFF2-40B4-BE49-F238E27FC236}">
                <a16:creationId xmlns:a16="http://schemas.microsoft.com/office/drawing/2014/main" id="{EF739560-A173-5CF1-550C-08E9FAF1FABB}"/>
              </a:ext>
            </a:extLst>
          </p:cNvPr>
          <p:cNvCxnSpPr>
            <a:cxnSpLocks/>
          </p:cNvCxnSpPr>
          <p:nvPr/>
        </p:nvCxnSpPr>
        <p:spPr>
          <a:xfrm>
            <a:off x="7350530" y="2480993"/>
            <a:ext cx="434305" cy="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直線矢印コネクタ 51">
            <a:extLst>
              <a:ext uri="{FF2B5EF4-FFF2-40B4-BE49-F238E27FC236}">
                <a16:creationId xmlns:a16="http://schemas.microsoft.com/office/drawing/2014/main" id="{1CAB1FB3-5300-76FF-024D-78FB1B5E445A}"/>
              </a:ext>
            </a:extLst>
          </p:cNvPr>
          <p:cNvCxnSpPr/>
          <p:nvPr/>
        </p:nvCxnSpPr>
        <p:spPr>
          <a:xfrm flipV="1">
            <a:off x="7469128" y="2278874"/>
            <a:ext cx="0" cy="36000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直線コネクタ 52">
            <a:extLst>
              <a:ext uri="{FF2B5EF4-FFF2-40B4-BE49-F238E27FC236}">
                <a16:creationId xmlns:a16="http://schemas.microsoft.com/office/drawing/2014/main" id="{C79A0961-46B9-30C8-FF62-AE0396BEF32C}"/>
              </a:ext>
            </a:extLst>
          </p:cNvPr>
          <p:cNvCxnSpPr>
            <a:cxnSpLocks/>
          </p:cNvCxnSpPr>
          <p:nvPr/>
        </p:nvCxnSpPr>
        <p:spPr>
          <a:xfrm>
            <a:off x="7616767" y="1860186"/>
            <a:ext cx="434305" cy="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直線コネクタ 53">
            <a:extLst>
              <a:ext uri="{FF2B5EF4-FFF2-40B4-BE49-F238E27FC236}">
                <a16:creationId xmlns:a16="http://schemas.microsoft.com/office/drawing/2014/main" id="{152EEE74-DFE0-7213-9042-D71917DA9D27}"/>
              </a:ext>
            </a:extLst>
          </p:cNvPr>
          <p:cNvCxnSpPr>
            <a:cxnSpLocks/>
          </p:cNvCxnSpPr>
          <p:nvPr/>
        </p:nvCxnSpPr>
        <p:spPr>
          <a:xfrm>
            <a:off x="7932474" y="2480993"/>
            <a:ext cx="434305" cy="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直線矢印コネクタ 54">
            <a:extLst>
              <a:ext uri="{FF2B5EF4-FFF2-40B4-BE49-F238E27FC236}">
                <a16:creationId xmlns:a16="http://schemas.microsoft.com/office/drawing/2014/main" id="{B7E2110F-733E-F02A-364D-57D245BE7E70}"/>
              </a:ext>
            </a:extLst>
          </p:cNvPr>
          <p:cNvCxnSpPr/>
          <p:nvPr/>
        </p:nvCxnSpPr>
        <p:spPr>
          <a:xfrm flipV="1">
            <a:off x="8051072" y="2278874"/>
            <a:ext cx="0" cy="36000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直線コネクタ 55">
            <a:extLst>
              <a:ext uri="{FF2B5EF4-FFF2-40B4-BE49-F238E27FC236}">
                <a16:creationId xmlns:a16="http://schemas.microsoft.com/office/drawing/2014/main" id="{6892830A-0B06-9763-FB07-01F576F36F0C}"/>
              </a:ext>
            </a:extLst>
          </p:cNvPr>
          <p:cNvCxnSpPr>
            <a:cxnSpLocks/>
          </p:cNvCxnSpPr>
          <p:nvPr/>
        </p:nvCxnSpPr>
        <p:spPr>
          <a:xfrm>
            <a:off x="8198711" y="1860186"/>
            <a:ext cx="434305" cy="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直線コネクタ 56">
            <a:extLst>
              <a:ext uri="{FF2B5EF4-FFF2-40B4-BE49-F238E27FC236}">
                <a16:creationId xmlns:a16="http://schemas.microsoft.com/office/drawing/2014/main" id="{9CFAE5A2-1AE2-A7E9-9C7B-4C0AB357D0AF}"/>
              </a:ext>
            </a:extLst>
          </p:cNvPr>
          <p:cNvCxnSpPr>
            <a:cxnSpLocks/>
          </p:cNvCxnSpPr>
          <p:nvPr/>
        </p:nvCxnSpPr>
        <p:spPr>
          <a:xfrm>
            <a:off x="8514418" y="2480993"/>
            <a:ext cx="434305" cy="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直線矢印コネクタ 57">
            <a:extLst>
              <a:ext uri="{FF2B5EF4-FFF2-40B4-BE49-F238E27FC236}">
                <a16:creationId xmlns:a16="http://schemas.microsoft.com/office/drawing/2014/main" id="{00AE1736-B5C2-A3C1-21FE-58CDE43D11C3}"/>
              </a:ext>
            </a:extLst>
          </p:cNvPr>
          <p:cNvCxnSpPr/>
          <p:nvPr/>
        </p:nvCxnSpPr>
        <p:spPr>
          <a:xfrm flipV="1">
            <a:off x="8633016" y="2278874"/>
            <a:ext cx="0" cy="36000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8" name="グループ化 7">
            <a:extLst>
              <a:ext uri="{FF2B5EF4-FFF2-40B4-BE49-F238E27FC236}">
                <a16:creationId xmlns:a16="http://schemas.microsoft.com/office/drawing/2014/main" id="{CFFB055D-3334-16A9-7CE8-979204A80C25}"/>
              </a:ext>
            </a:extLst>
          </p:cNvPr>
          <p:cNvGrpSpPr/>
          <p:nvPr/>
        </p:nvGrpSpPr>
        <p:grpSpPr>
          <a:xfrm>
            <a:off x="9800585" y="3530138"/>
            <a:ext cx="434305" cy="386815"/>
            <a:chOff x="9800585" y="3530138"/>
            <a:chExt cx="434305" cy="386815"/>
          </a:xfrm>
        </p:grpSpPr>
        <p:cxnSp>
          <p:nvCxnSpPr>
            <p:cNvPr id="59" name="直線コネクタ 58">
              <a:extLst>
                <a:ext uri="{FF2B5EF4-FFF2-40B4-BE49-F238E27FC236}">
                  <a16:creationId xmlns:a16="http://schemas.microsoft.com/office/drawing/2014/main" id="{30DEF737-2C70-6F97-33D0-A3F57DE2821A}"/>
                </a:ext>
              </a:extLst>
            </p:cNvPr>
            <p:cNvCxnSpPr>
              <a:cxnSpLocks/>
            </p:cNvCxnSpPr>
            <p:nvPr/>
          </p:nvCxnSpPr>
          <p:spPr>
            <a:xfrm>
              <a:off x="9800585" y="3732257"/>
              <a:ext cx="434305" cy="0"/>
            </a:xfrm>
            <a:prstGeom prst="line">
              <a:avLst/>
            </a:prstGeom>
            <a:ln w="5715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直線矢印コネクタ 59">
              <a:extLst>
                <a:ext uri="{FF2B5EF4-FFF2-40B4-BE49-F238E27FC236}">
                  <a16:creationId xmlns:a16="http://schemas.microsoft.com/office/drawing/2014/main" id="{6002D63C-697C-2DEB-3CAA-3A758E1637E8}"/>
                </a:ext>
              </a:extLst>
            </p:cNvPr>
            <p:cNvCxnSpPr/>
            <p:nvPr/>
          </p:nvCxnSpPr>
          <p:spPr>
            <a:xfrm flipV="1">
              <a:off x="9919183" y="3530138"/>
              <a:ext cx="0" cy="36000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直線矢印コネクタ 60">
              <a:extLst>
                <a:ext uri="{FF2B5EF4-FFF2-40B4-BE49-F238E27FC236}">
                  <a16:creationId xmlns:a16="http://schemas.microsoft.com/office/drawing/2014/main" id="{30325220-FC3A-404A-94B7-D0961203F3FB}"/>
                </a:ext>
              </a:extLst>
            </p:cNvPr>
            <p:cNvCxnSpPr>
              <a:cxnSpLocks/>
            </p:cNvCxnSpPr>
            <p:nvPr/>
          </p:nvCxnSpPr>
          <p:spPr>
            <a:xfrm>
              <a:off x="10096802" y="3556953"/>
              <a:ext cx="0" cy="360000"/>
            </a:xfrm>
            <a:prstGeom prst="straightConnector1">
              <a:avLst/>
            </a:prstGeom>
            <a:ln w="38100">
              <a:solidFill>
                <a:srgbClr val="FF0000"/>
              </a:solidFill>
              <a:prstDash val="sysDot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62" name="直線コネクタ 61">
            <a:extLst>
              <a:ext uri="{FF2B5EF4-FFF2-40B4-BE49-F238E27FC236}">
                <a16:creationId xmlns:a16="http://schemas.microsoft.com/office/drawing/2014/main" id="{9225DFDE-A895-FF5C-3FEE-92C439E9CDBA}"/>
              </a:ext>
            </a:extLst>
          </p:cNvPr>
          <p:cNvCxnSpPr>
            <a:cxnSpLocks/>
          </p:cNvCxnSpPr>
          <p:nvPr/>
        </p:nvCxnSpPr>
        <p:spPr>
          <a:xfrm>
            <a:off x="9218641" y="2480993"/>
            <a:ext cx="434305" cy="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直線矢印コネクタ 62">
            <a:extLst>
              <a:ext uri="{FF2B5EF4-FFF2-40B4-BE49-F238E27FC236}">
                <a16:creationId xmlns:a16="http://schemas.microsoft.com/office/drawing/2014/main" id="{502C712F-1E38-9EF8-9CB5-38088BD71D5E}"/>
              </a:ext>
            </a:extLst>
          </p:cNvPr>
          <p:cNvCxnSpPr/>
          <p:nvPr/>
        </p:nvCxnSpPr>
        <p:spPr>
          <a:xfrm flipV="1">
            <a:off x="9337239" y="2278874"/>
            <a:ext cx="0" cy="36000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直線コネクタ 63">
            <a:extLst>
              <a:ext uri="{FF2B5EF4-FFF2-40B4-BE49-F238E27FC236}">
                <a16:creationId xmlns:a16="http://schemas.microsoft.com/office/drawing/2014/main" id="{D428E5D5-AC61-DF92-34A3-765D2A683305}"/>
              </a:ext>
            </a:extLst>
          </p:cNvPr>
          <p:cNvCxnSpPr>
            <a:cxnSpLocks/>
          </p:cNvCxnSpPr>
          <p:nvPr/>
        </p:nvCxnSpPr>
        <p:spPr>
          <a:xfrm>
            <a:off x="9484878" y="1860186"/>
            <a:ext cx="434305" cy="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直線矢印コネクタ 64">
            <a:extLst>
              <a:ext uri="{FF2B5EF4-FFF2-40B4-BE49-F238E27FC236}">
                <a16:creationId xmlns:a16="http://schemas.microsoft.com/office/drawing/2014/main" id="{11130732-4007-B40F-A144-A2148BF5B773}"/>
              </a:ext>
            </a:extLst>
          </p:cNvPr>
          <p:cNvCxnSpPr/>
          <p:nvPr/>
        </p:nvCxnSpPr>
        <p:spPr>
          <a:xfrm flipV="1">
            <a:off x="9652946" y="1668492"/>
            <a:ext cx="0" cy="36000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直線コネクタ 65">
            <a:extLst>
              <a:ext uri="{FF2B5EF4-FFF2-40B4-BE49-F238E27FC236}">
                <a16:creationId xmlns:a16="http://schemas.microsoft.com/office/drawing/2014/main" id="{35B2BD01-8D2E-455E-EE1C-78EFC5BF9292}"/>
              </a:ext>
            </a:extLst>
          </p:cNvPr>
          <p:cNvCxnSpPr>
            <a:cxnSpLocks/>
          </p:cNvCxnSpPr>
          <p:nvPr/>
        </p:nvCxnSpPr>
        <p:spPr>
          <a:xfrm>
            <a:off x="9800585" y="2480993"/>
            <a:ext cx="434305" cy="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直線矢印コネクタ 66">
            <a:extLst>
              <a:ext uri="{FF2B5EF4-FFF2-40B4-BE49-F238E27FC236}">
                <a16:creationId xmlns:a16="http://schemas.microsoft.com/office/drawing/2014/main" id="{42370DC0-C769-EDEF-3758-212BADCCEA4D}"/>
              </a:ext>
            </a:extLst>
          </p:cNvPr>
          <p:cNvCxnSpPr/>
          <p:nvPr/>
        </p:nvCxnSpPr>
        <p:spPr>
          <a:xfrm flipV="1">
            <a:off x="9919183" y="2278874"/>
            <a:ext cx="0" cy="36000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直線コネクタ 67">
            <a:extLst>
              <a:ext uri="{FF2B5EF4-FFF2-40B4-BE49-F238E27FC236}">
                <a16:creationId xmlns:a16="http://schemas.microsoft.com/office/drawing/2014/main" id="{B7278D33-1B1E-FE1B-2D6F-B707AD80972E}"/>
              </a:ext>
            </a:extLst>
          </p:cNvPr>
          <p:cNvCxnSpPr>
            <a:cxnSpLocks/>
          </p:cNvCxnSpPr>
          <p:nvPr/>
        </p:nvCxnSpPr>
        <p:spPr>
          <a:xfrm>
            <a:off x="10066822" y="1860186"/>
            <a:ext cx="434305" cy="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直線コネクタ 68">
            <a:extLst>
              <a:ext uri="{FF2B5EF4-FFF2-40B4-BE49-F238E27FC236}">
                <a16:creationId xmlns:a16="http://schemas.microsoft.com/office/drawing/2014/main" id="{A836ED44-E24A-343D-CC3A-995FDC19A5EE}"/>
              </a:ext>
            </a:extLst>
          </p:cNvPr>
          <p:cNvCxnSpPr>
            <a:cxnSpLocks/>
          </p:cNvCxnSpPr>
          <p:nvPr/>
        </p:nvCxnSpPr>
        <p:spPr>
          <a:xfrm>
            <a:off x="10382529" y="2480993"/>
            <a:ext cx="434305" cy="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直線矢印コネクタ 69">
            <a:extLst>
              <a:ext uri="{FF2B5EF4-FFF2-40B4-BE49-F238E27FC236}">
                <a16:creationId xmlns:a16="http://schemas.microsoft.com/office/drawing/2014/main" id="{66BF4DC3-C978-3E77-33EB-646DFC0DFBDA}"/>
              </a:ext>
            </a:extLst>
          </p:cNvPr>
          <p:cNvCxnSpPr/>
          <p:nvPr/>
        </p:nvCxnSpPr>
        <p:spPr>
          <a:xfrm flipV="1">
            <a:off x="10501127" y="2278874"/>
            <a:ext cx="0" cy="36000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1" name="テキスト ボックス 70">
            <a:extLst>
              <a:ext uri="{FF2B5EF4-FFF2-40B4-BE49-F238E27FC236}">
                <a16:creationId xmlns:a16="http://schemas.microsoft.com/office/drawing/2014/main" id="{935A0527-38DE-637A-8ED4-8F7ED5DED3D5}"/>
              </a:ext>
            </a:extLst>
          </p:cNvPr>
          <p:cNvSpPr txBox="1"/>
          <p:nvPr/>
        </p:nvSpPr>
        <p:spPr>
          <a:xfrm>
            <a:off x="2514027" y="4691133"/>
            <a:ext cx="228139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800" b="1" dirty="0">
                <a:latin typeface="Arial" panose="020B0604020202020204" pitchFamily="34" charset="0"/>
                <a:cs typeface="Arial" panose="020B0604020202020204" pitchFamily="34" charset="0"/>
              </a:rPr>
              <a:t>Na</a:t>
            </a:r>
            <a:r>
              <a:rPr kumimoji="1" lang="en-US" altLang="ja-JP" sz="2800" b="1" baseline="30000" dirty="0">
                <a:latin typeface="Arial" panose="020B0604020202020204" pitchFamily="34" charset="0"/>
                <a:cs typeface="Arial" panose="020B0604020202020204" pitchFamily="34" charset="0"/>
              </a:rPr>
              <a:t>+</a:t>
            </a:r>
            <a:r>
              <a:rPr kumimoji="1" lang="en-US" altLang="ja-JP" sz="2800" b="1" dirty="0">
                <a:latin typeface="Arial" panose="020B0604020202020204" pitchFamily="34" charset="0"/>
                <a:cs typeface="Arial" panose="020B0604020202020204" pitchFamily="34" charset="0"/>
              </a:rPr>
              <a:t> solution</a:t>
            </a:r>
            <a:endParaRPr kumimoji="1" lang="ja-JP" altLang="en-US" sz="28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2" name="テキスト ボックス 71">
            <a:extLst>
              <a:ext uri="{FF2B5EF4-FFF2-40B4-BE49-F238E27FC236}">
                <a16:creationId xmlns:a16="http://schemas.microsoft.com/office/drawing/2014/main" id="{135DCF94-E8A4-220D-950A-A69E89D0E31D}"/>
              </a:ext>
            </a:extLst>
          </p:cNvPr>
          <p:cNvSpPr txBox="1"/>
          <p:nvPr/>
        </p:nvSpPr>
        <p:spPr>
          <a:xfrm>
            <a:off x="7999192" y="4691133"/>
            <a:ext cx="208101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800" b="1" dirty="0">
                <a:latin typeface="Arial" panose="020B0604020202020204" pitchFamily="34" charset="0"/>
                <a:cs typeface="Arial" panose="020B0604020202020204" pitchFamily="34" charset="0"/>
              </a:rPr>
              <a:t>K</a:t>
            </a:r>
            <a:r>
              <a:rPr kumimoji="1" lang="en-US" altLang="ja-JP" sz="2800" b="1" baseline="30000" dirty="0">
                <a:latin typeface="Arial" panose="020B0604020202020204" pitchFamily="34" charset="0"/>
                <a:cs typeface="Arial" panose="020B0604020202020204" pitchFamily="34" charset="0"/>
              </a:rPr>
              <a:t>+</a:t>
            </a:r>
            <a:r>
              <a:rPr kumimoji="1" lang="en-US" altLang="ja-JP" sz="2800" b="1" dirty="0">
                <a:latin typeface="Arial" panose="020B0604020202020204" pitchFamily="34" charset="0"/>
                <a:cs typeface="Arial" panose="020B0604020202020204" pitchFamily="34" charset="0"/>
              </a:rPr>
              <a:t> solution</a:t>
            </a:r>
            <a:endParaRPr kumimoji="1" lang="ja-JP" altLang="en-US" sz="28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73" name="直線コネクタ 72">
            <a:extLst>
              <a:ext uri="{FF2B5EF4-FFF2-40B4-BE49-F238E27FC236}">
                <a16:creationId xmlns:a16="http://schemas.microsoft.com/office/drawing/2014/main" id="{CEC4311D-E1E1-F9BC-7CC6-57A7B4ADB4B4}"/>
              </a:ext>
            </a:extLst>
          </p:cNvPr>
          <p:cNvCxnSpPr>
            <a:cxnSpLocks/>
          </p:cNvCxnSpPr>
          <p:nvPr/>
        </p:nvCxnSpPr>
        <p:spPr>
          <a:xfrm>
            <a:off x="5302879" y="1658067"/>
            <a:ext cx="5198248" cy="0"/>
          </a:xfrm>
          <a:prstGeom prst="line">
            <a:avLst/>
          </a:prstGeom>
          <a:ln w="19050">
            <a:solidFill>
              <a:schemeClr val="tx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直線矢印コネクタ 73">
            <a:extLst>
              <a:ext uri="{FF2B5EF4-FFF2-40B4-BE49-F238E27FC236}">
                <a16:creationId xmlns:a16="http://schemas.microsoft.com/office/drawing/2014/main" id="{2811A26D-FFAD-9BED-BA49-101F22881AC4}"/>
              </a:ext>
            </a:extLst>
          </p:cNvPr>
          <p:cNvCxnSpPr>
            <a:cxnSpLocks/>
          </p:cNvCxnSpPr>
          <p:nvPr/>
        </p:nvCxnSpPr>
        <p:spPr>
          <a:xfrm>
            <a:off x="10547995" y="1668492"/>
            <a:ext cx="0" cy="216000"/>
          </a:xfrm>
          <a:prstGeom prst="straightConnector1">
            <a:avLst/>
          </a:prstGeom>
          <a:ln w="38100" cmpd="dbl">
            <a:solidFill>
              <a:srgbClr val="0070C0"/>
            </a:solidFill>
            <a:tailEnd type="arrow" w="med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5" name="テキスト ボックス 74">
            <a:extLst>
              <a:ext uri="{FF2B5EF4-FFF2-40B4-BE49-F238E27FC236}">
                <a16:creationId xmlns:a16="http://schemas.microsoft.com/office/drawing/2014/main" id="{520766AC-91D3-8D99-E867-08CB235B8EBD}"/>
              </a:ext>
            </a:extLst>
          </p:cNvPr>
          <p:cNvSpPr txBox="1"/>
          <p:nvPr/>
        </p:nvSpPr>
        <p:spPr>
          <a:xfrm>
            <a:off x="10547995" y="1562552"/>
            <a:ext cx="11464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>
                <a:solidFill>
                  <a:srgbClr val="42668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stabilized</a:t>
            </a:r>
            <a:endParaRPr kumimoji="1" lang="ja-JP" altLang="en-US" dirty="0">
              <a:solidFill>
                <a:srgbClr val="42668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8" name="テキスト ボックス 77">
            <a:extLst>
              <a:ext uri="{FF2B5EF4-FFF2-40B4-BE49-F238E27FC236}">
                <a16:creationId xmlns:a16="http://schemas.microsoft.com/office/drawing/2014/main" id="{B8F09C2D-CC5C-7537-A3FE-798A0A757DC0}"/>
              </a:ext>
            </a:extLst>
          </p:cNvPr>
          <p:cNvSpPr txBox="1"/>
          <p:nvPr/>
        </p:nvSpPr>
        <p:spPr>
          <a:xfrm>
            <a:off x="7627098" y="4083396"/>
            <a:ext cx="130035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000" dirty="0">
                <a:latin typeface="Arial" panose="020B0604020202020204" pitchFamily="34" charset="0"/>
                <a:ea typeface="Arial Unicode MS" panose="020B0604020202020204" pitchFamily="50" charset="-128"/>
                <a:cs typeface="Arial" panose="020B0604020202020204" pitchFamily="34" charset="0"/>
              </a:rPr>
              <a:t>Mn(IV)=O</a:t>
            </a:r>
          </a:p>
        </p:txBody>
      </p:sp>
      <p:sp>
        <p:nvSpPr>
          <p:cNvPr id="79" name="テキスト ボックス 78">
            <a:extLst>
              <a:ext uri="{FF2B5EF4-FFF2-40B4-BE49-F238E27FC236}">
                <a16:creationId xmlns:a16="http://schemas.microsoft.com/office/drawing/2014/main" id="{CEB663B7-F81E-F21E-8A73-D28FFBD779A8}"/>
              </a:ext>
            </a:extLst>
          </p:cNvPr>
          <p:cNvSpPr txBox="1"/>
          <p:nvPr/>
        </p:nvSpPr>
        <p:spPr>
          <a:xfrm>
            <a:off x="9449028" y="4083396"/>
            <a:ext cx="129554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000" dirty="0">
                <a:latin typeface="Arial" panose="020B0604020202020204" pitchFamily="34" charset="0"/>
                <a:ea typeface="Arial Unicode MS" panose="020B0604020202020204" pitchFamily="50" charset="-128"/>
                <a:cs typeface="Arial" panose="020B0604020202020204" pitchFamily="34" charset="0"/>
              </a:rPr>
              <a:t>Mn(III)-O•</a:t>
            </a:r>
          </a:p>
        </p:txBody>
      </p:sp>
      <p:cxnSp>
        <p:nvCxnSpPr>
          <p:cNvPr id="80" name="直線矢印コネクタ 79">
            <a:extLst>
              <a:ext uri="{FF2B5EF4-FFF2-40B4-BE49-F238E27FC236}">
                <a16:creationId xmlns:a16="http://schemas.microsoft.com/office/drawing/2014/main" id="{E2D65CBE-6714-72B1-3D64-D244D5310EAC}"/>
              </a:ext>
            </a:extLst>
          </p:cNvPr>
          <p:cNvCxnSpPr>
            <a:cxnSpLocks/>
          </p:cNvCxnSpPr>
          <p:nvPr/>
        </p:nvCxnSpPr>
        <p:spPr>
          <a:xfrm>
            <a:off x="8940819" y="4283451"/>
            <a:ext cx="494974" cy="0"/>
          </a:xfrm>
          <a:prstGeom prst="straightConnector1">
            <a:avLst/>
          </a:prstGeom>
          <a:ln w="44450">
            <a:solidFill>
              <a:schemeClr val="tx1"/>
            </a:solidFill>
            <a:headEnd type="triangl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411669A0-55DE-F7D5-231F-C383D0B192E0}"/>
              </a:ext>
            </a:extLst>
          </p:cNvPr>
          <p:cNvSpPr txBox="1"/>
          <p:nvPr/>
        </p:nvSpPr>
        <p:spPr>
          <a:xfrm>
            <a:off x="5958881" y="1989941"/>
            <a:ext cx="89639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000" dirty="0">
                <a:latin typeface="Arial" panose="020B0604020202020204" pitchFamily="34" charset="0"/>
                <a:cs typeface="Arial" panose="020B0604020202020204" pitchFamily="34" charset="0"/>
              </a:rPr>
              <a:t>Mn 3d</a:t>
            </a:r>
            <a:endParaRPr kumimoji="1" lang="ja-JP" alt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67868FCB-C1FE-C422-4A93-7057BA10FC01}"/>
              </a:ext>
            </a:extLst>
          </p:cNvPr>
          <p:cNvSpPr txBox="1"/>
          <p:nvPr/>
        </p:nvSpPr>
        <p:spPr>
          <a:xfrm>
            <a:off x="6037428" y="3506801"/>
            <a:ext cx="73930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000" dirty="0">
                <a:latin typeface="Arial" panose="020B0604020202020204" pitchFamily="34" charset="0"/>
                <a:cs typeface="Arial" panose="020B0604020202020204" pitchFamily="34" charset="0"/>
              </a:rPr>
              <a:t>O 2p</a:t>
            </a:r>
            <a:endParaRPr kumimoji="1" lang="ja-JP" alt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9246585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グループ化 3">
            <a:extLst>
              <a:ext uri="{FF2B5EF4-FFF2-40B4-BE49-F238E27FC236}">
                <a16:creationId xmlns:a16="http://schemas.microsoft.com/office/drawing/2014/main" id="{9CCB549C-8879-18BE-92BB-7EEF6F3417D0}"/>
              </a:ext>
            </a:extLst>
          </p:cNvPr>
          <p:cNvGrpSpPr/>
          <p:nvPr/>
        </p:nvGrpSpPr>
        <p:grpSpPr>
          <a:xfrm>
            <a:off x="2606451" y="3530138"/>
            <a:ext cx="434305" cy="386815"/>
            <a:chOff x="2457035" y="2715378"/>
            <a:chExt cx="434305" cy="386815"/>
          </a:xfrm>
        </p:grpSpPr>
        <p:cxnSp>
          <p:nvCxnSpPr>
            <p:cNvPr id="5" name="直線コネクタ 4">
              <a:extLst>
                <a:ext uri="{FF2B5EF4-FFF2-40B4-BE49-F238E27FC236}">
                  <a16:creationId xmlns:a16="http://schemas.microsoft.com/office/drawing/2014/main" id="{8DEEE787-6D7B-1C18-9CA3-50E20E50A396}"/>
                </a:ext>
              </a:extLst>
            </p:cNvPr>
            <p:cNvCxnSpPr>
              <a:cxnSpLocks/>
            </p:cNvCxnSpPr>
            <p:nvPr/>
          </p:nvCxnSpPr>
          <p:spPr>
            <a:xfrm>
              <a:off x="2457035" y="2917497"/>
              <a:ext cx="434305" cy="0"/>
            </a:xfrm>
            <a:prstGeom prst="line">
              <a:avLst/>
            </a:prstGeom>
            <a:ln w="5715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直線矢印コネクタ 5">
              <a:extLst>
                <a:ext uri="{FF2B5EF4-FFF2-40B4-BE49-F238E27FC236}">
                  <a16:creationId xmlns:a16="http://schemas.microsoft.com/office/drawing/2014/main" id="{E257E57F-6256-03B2-D2B2-34FED97F9588}"/>
                </a:ext>
              </a:extLst>
            </p:cNvPr>
            <p:cNvCxnSpPr/>
            <p:nvPr/>
          </p:nvCxnSpPr>
          <p:spPr>
            <a:xfrm flipV="1">
              <a:off x="2575633" y="2715378"/>
              <a:ext cx="0" cy="36000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直線矢印コネクタ 6">
              <a:extLst>
                <a:ext uri="{FF2B5EF4-FFF2-40B4-BE49-F238E27FC236}">
                  <a16:creationId xmlns:a16="http://schemas.microsoft.com/office/drawing/2014/main" id="{FE061FB0-64F4-EF68-0D83-BA8025F3CC57}"/>
                </a:ext>
              </a:extLst>
            </p:cNvPr>
            <p:cNvCxnSpPr>
              <a:cxnSpLocks/>
            </p:cNvCxnSpPr>
            <p:nvPr/>
          </p:nvCxnSpPr>
          <p:spPr>
            <a:xfrm>
              <a:off x="2753252" y="2742193"/>
              <a:ext cx="0" cy="36000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FA1361D6-D84A-9B6C-9568-461B7CCD9973}"/>
              </a:ext>
            </a:extLst>
          </p:cNvPr>
          <p:cNvSpPr txBox="1"/>
          <p:nvPr/>
        </p:nvSpPr>
        <p:spPr>
          <a:xfrm>
            <a:off x="2319414" y="4083396"/>
            <a:ext cx="130035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000" dirty="0">
                <a:latin typeface="Arial" panose="020B0604020202020204" pitchFamily="34" charset="0"/>
                <a:ea typeface="Arial Unicode MS" panose="020B0604020202020204" pitchFamily="50" charset="-128"/>
                <a:cs typeface="Arial" panose="020B0604020202020204" pitchFamily="34" charset="0"/>
              </a:rPr>
              <a:t>Mn(IV)=O</a:t>
            </a:r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3638DE92-9004-DD06-9181-BBA6F9573411}"/>
              </a:ext>
            </a:extLst>
          </p:cNvPr>
          <p:cNvSpPr txBox="1"/>
          <p:nvPr/>
        </p:nvSpPr>
        <p:spPr>
          <a:xfrm>
            <a:off x="4141344" y="4083396"/>
            <a:ext cx="129554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000" dirty="0">
                <a:latin typeface="Arial" panose="020B0604020202020204" pitchFamily="34" charset="0"/>
                <a:ea typeface="Arial Unicode MS" panose="020B0604020202020204" pitchFamily="50" charset="-128"/>
                <a:cs typeface="Arial" panose="020B0604020202020204" pitchFamily="34" charset="0"/>
              </a:rPr>
              <a:t>Mn(III)-O•</a:t>
            </a:r>
          </a:p>
        </p:txBody>
      </p:sp>
      <p:cxnSp>
        <p:nvCxnSpPr>
          <p:cNvPr id="14" name="直線矢印コネクタ 13">
            <a:extLst>
              <a:ext uri="{FF2B5EF4-FFF2-40B4-BE49-F238E27FC236}">
                <a16:creationId xmlns:a16="http://schemas.microsoft.com/office/drawing/2014/main" id="{45B37D57-6491-E11A-6738-2FD843793748}"/>
              </a:ext>
            </a:extLst>
          </p:cNvPr>
          <p:cNvCxnSpPr>
            <a:cxnSpLocks/>
          </p:cNvCxnSpPr>
          <p:nvPr/>
        </p:nvCxnSpPr>
        <p:spPr>
          <a:xfrm flipV="1">
            <a:off x="1575658" y="1485983"/>
            <a:ext cx="0" cy="2576885"/>
          </a:xfrm>
          <a:prstGeom prst="straightConnector1">
            <a:avLst/>
          </a:prstGeom>
          <a:ln w="28575">
            <a:solidFill>
              <a:schemeClr val="tx1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3784B260-C68B-B422-7AB4-C3A56866F91C}"/>
              </a:ext>
            </a:extLst>
          </p:cNvPr>
          <p:cNvSpPr txBox="1"/>
          <p:nvPr/>
        </p:nvSpPr>
        <p:spPr>
          <a:xfrm rot="16200000">
            <a:off x="253340" y="2589759"/>
            <a:ext cx="198002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dirty="0">
                <a:latin typeface="Arial" panose="020B0604020202020204" pitchFamily="34" charset="0"/>
                <a:ea typeface="Arial Unicode MS" panose="020B0604020202020204" pitchFamily="50" charset="-128"/>
                <a:cs typeface="Arial" panose="020B0604020202020204" pitchFamily="34" charset="0"/>
              </a:rPr>
              <a:t>Energy of orbitals</a:t>
            </a:r>
            <a:endParaRPr kumimoji="1" lang="ja-JP" altLang="en-US" dirty="0">
              <a:latin typeface="Arial" panose="020B0604020202020204" pitchFamily="34" charset="0"/>
              <a:ea typeface="Arial Unicode MS" panose="020B0604020202020204" pitchFamily="50" charset="-128"/>
              <a:cs typeface="Arial" panose="020B0604020202020204" pitchFamily="34" charset="0"/>
            </a:endParaRPr>
          </a:p>
        </p:txBody>
      </p:sp>
      <p:cxnSp>
        <p:nvCxnSpPr>
          <p:cNvPr id="16" name="直線矢印コネクタ 15">
            <a:extLst>
              <a:ext uri="{FF2B5EF4-FFF2-40B4-BE49-F238E27FC236}">
                <a16:creationId xmlns:a16="http://schemas.microsoft.com/office/drawing/2014/main" id="{7BC95C4C-B946-EB46-A306-C60D3D54B9B2}"/>
              </a:ext>
            </a:extLst>
          </p:cNvPr>
          <p:cNvCxnSpPr>
            <a:cxnSpLocks/>
          </p:cNvCxnSpPr>
          <p:nvPr/>
        </p:nvCxnSpPr>
        <p:spPr>
          <a:xfrm>
            <a:off x="3633135" y="4283451"/>
            <a:ext cx="494974" cy="0"/>
          </a:xfrm>
          <a:prstGeom prst="straightConnector1">
            <a:avLst/>
          </a:prstGeom>
          <a:ln w="44450">
            <a:solidFill>
              <a:schemeClr val="tx1"/>
            </a:solidFill>
            <a:headEnd type="triangl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直線コネクタ 17">
            <a:extLst>
              <a:ext uri="{FF2B5EF4-FFF2-40B4-BE49-F238E27FC236}">
                <a16:creationId xmlns:a16="http://schemas.microsoft.com/office/drawing/2014/main" id="{6E4776CE-7AD2-B1E8-BF9E-4A32A454C85F}"/>
              </a:ext>
            </a:extLst>
          </p:cNvPr>
          <p:cNvCxnSpPr>
            <a:cxnSpLocks/>
          </p:cNvCxnSpPr>
          <p:nvPr/>
        </p:nvCxnSpPr>
        <p:spPr>
          <a:xfrm>
            <a:off x="2024507" y="2294851"/>
            <a:ext cx="434305" cy="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直線矢印コネクタ 18">
            <a:extLst>
              <a:ext uri="{FF2B5EF4-FFF2-40B4-BE49-F238E27FC236}">
                <a16:creationId xmlns:a16="http://schemas.microsoft.com/office/drawing/2014/main" id="{94229507-68D1-047D-259E-760F968DA891}"/>
              </a:ext>
            </a:extLst>
          </p:cNvPr>
          <p:cNvCxnSpPr/>
          <p:nvPr/>
        </p:nvCxnSpPr>
        <p:spPr>
          <a:xfrm flipV="1">
            <a:off x="2143105" y="2092732"/>
            <a:ext cx="0" cy="36000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直線コネクタ 19">
            <a:extLst>
              <a:ext uri="{FF2B5EF4-FFF2-40B4-BE49-F238E27FC236}">
                <a16:creationId xmlns:a16="http://schemas.microsoft.com/office/drawing/2014/main" id="{918870F1-A4E4-AAA5-EFD4-28CBB41BD259}"/>
              </a:ext>
            </a:extLst>
          </p:cNvPr>
          <p:cNvCxnSpPr>
            <a:cxnSpLocks/>
          </p:cNvCxnSpPr>
          <p:nvPr/>
        </p:nvCxnSpPr>
        <p:spPr>
          <a:xfrm>
            <a:off x="2290744" y="1658067"/>
            <a:ext cx="434305" cy="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直線コネクタ 20">
            <a:extLst>
              <a:ext uri="{FF2B5EF4-FFF2-40B4-BE49-F238E27FC236}">
                <a16:creationId xmlns:a16="http://schemas.microsoft.com/office/drawing/2014/main" id="{856BB4EF-302B-A671-86A2-F6D03F4DDDD4}"/>
              </a:ext>
            </a:extLst>
          </p:cNvPr>
          <p:cNvCxnSpPr>
            <a:cxnSpLocks/>
          </p:cNvCxnSpPr>
          <p:nvPr/>
        </p:nvCxnSpPr>
        <p:spPr>
          <a:xfrm>
            <a:off x="2606451" y="2294851"/>
            <a:ext cx="434305" cy="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直線矢印コネクタ 21">
            <a:extLst>
              <a:ext uri="{FF2B5EF4-FFF2-40B4-BE49-F238E27FC236}">
                <a16:creationId xmlns:a16="http://schemas.microsoft.com/office/drawing/2014/main" id="{A98DF2F4-52EA-70C0-4A2D-A58433A3F9F1}"/>
              </a:ext>
            </a:extLst>
          </p:cNvPr>
          <p:cNvCxnSpPr/>
          <p:nvPr/>
        </p:nvCxnSpPr>
        <p:spPr>
          <a:xfrm flipV="1">
            <a:off x="2725049" y="2092732"/>
            <a:ext cx="0" cy="36000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直線コネクタ 22">
            <a:extLst>
              <a:ext uri="{FF2B5EF4-FFF2-40B4-BE49-F238E27FC236}">
                <a16:creationId xmlns:a16="http://schemas.microsoft.com/office/drawing/2014/main" id="{17DB1D89-B10F-E391-90FA-7831BBC6CFE7}"/>
              </a:ext>
            </a:extLst>
          </p:cNvPr>
          <p:cNvCxnSpPr>
            <a:cxnSpLocks/>
          </p:cNvCxnSpPr>
          <p:nvPr/>
        </p:nvCxnSpPr>
        <p:spPr>
          <a:xfrm>
            <a:off x="2872688" y="1658067"/>
            <a:ext cx="434305" cy="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直線コネクタ 23">
            <a:extLst>
              <a:ext uri="{FF2B5EF4-FFF2-40B4-BE49-F238E27FC236}">
                <a16:creationId xmlns:a16="http://schemas.microsoft.com/office/drawing/2014/main" id="{D4B4ED02-0A48-F554-3636-85736497852A}"/>
              </a:ext>
            </a:extLst>
          </p:cNvPr>
          <p:cNvCxnSpPr>
            <a:cxnSpLocks/>
          </p:cNvCxnSpPr>
          <p:nvPr/>
        </p:nvCxnSpPr>
        <p:spPr>
          <a:xfrm>
            <a:off x="3188395" y="2294851"/>
            <a:ext cx="434305" cy="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直線矢印コネクタ 24">
            <a:extLst>
              <a:ext uri="{FF2B5EF4-FFF2-40B4-BE49-F238E27FC236}">
                <a16:creationId xmlns:a16="http://schemas.microsoft.com/office/drawing/2014/main" id="{CD7D5FFA-18C7-2C64-1F96-2BA5488F8CC6}"/>
              </a:ext>
            </a:extLst>
          </p:cNvPr>
          <p:cNvCxnSpPr/>
          <p:nvPr/>
        </p:nvCxnSpPr>
        <p:spPr>
          <a:xfrm flipV="1">
            <a:off x="3306993" y="2092732"/>
            <a:ext cx="0" cy="36000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0" name="グループ化 9">
            <a:extLst>
              <a:ext uri="{FF2B5EF4-FFF2-40B4-BE49-F238E27FC236}">
                <a16:creationId xmlns:a16="http://schemas.microsoft.com/office/drawing/2014/main" id="{A751782B-35B8-7410-DA85-DA1AB0647F83}"/>
              </a:ext>
            </a:extLst>
          </p:cNvPr>
          <p:cNvGrpSpPr/>
          <p:nvPr/>
        </p:nvGrpSpPr>
        <p:grpSpPr>
          <a:xfrm>
            <a:off x="4483739" y="3530138"/>
            <a:ext cx="434305" cy="386815"/>
            <a:chOff x="4483739" y="3530138"/>
            <a:chExt cx="434305" cy="386815"/>
          </a:xfrm>
        </p:grpSpPr>
        <p:cxnSp>
          <p:nvCxnSpPr>
            <p:cNvPr id="26" name="直線コネクタ 25">
              <a:extLst>
                <a:ext uri="{FF2B5EF4-FFF2-40B4-BE49-F238E27FC236}">
                  <a16:creationId xmlns:a16="http://schemas.microsoft.com/office/drawing/2014/main" id="{E5F804BB-429C-3083-B013-3945EE5C9E7B}"/>
                </a:ext>
              </a:extLst>
            </p:cNvPr>
            <p:cNvCxnSpPr>
              <a:cxnSpLocks/>
            </p:cNvCxnSpPr>
            <p:nvPr/>
          </p:nvCxnSpPr>
          <p:spPr>
            <a:xfrm>
              <a:off x="4483739" y="3732257"/>
              <a:ext cx="434305" cy="0"/>
            </a:xfrm>
            <a:prstGeom prst="line">
              <a:avLst/>
            </a:prstGeom>
            <a:ln w="5715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直線矢印コネクタ 26">
              <a:extLst>
                <a:ext uri="{FF2B5EF4-FFF2-40B4-BE49-F238E27FC236}">
                  <a16:creationId xmlns:a16="http://schemas.microsoft.com/office/drawing/2014/main" id="{CDE06656-ECB4-D1A3-5BE0-EF7C03C14D9A}"/>
                </a:ext>
              </a:extLst>
            </p:cNvPr>
            <p:cNvCxnSpPr/>
            <p:nvPr/>
          </p:nvCxnSpPr>
          <p:spPr>
            <a:xfrm flipV="1">
              <a:off x="4602337" y="3530138"/>
              <a:ext cx="0" cy="36000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直線矢印コネクタ 27">
              <a:extLst>
                <a:ext uri="{FF2B5EF4-FFF2-40B4-BE49-F238E27FC236}">
                  <a16:creationId xmlns:a16="http://schemas.microsoft.com/office/drawing/2014/main" id="{82DA1F91-8FD2-ED3B-5A03-522B95CDF179}"/>
                </a:ext>
              </a:extLst>
            </p:cNvPr>
            <p:cNvCxnSpPr>
              <a:cxnSpLocks/>
            </p:cNvCxnSpPr>
            <p:nvPr/>
          </p:nvCxnSpPr>
          <p:spPr>
            <a:xfrm>
              <a:off x="4779956" y="3556953"/>
              <a:ext cx="0" cy="360000"/>
            </a:xfrm>
            <a:prstGeom prst="straightConnector1">
              <a:avLst/>
            </a:prstGeom>
            <a:ln w="38100">
              <a:solidFill>
                <a:srgbClr val="FF0000"/>
              </a:solidFill>
              <a:prstDash val="sysDot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29" name="直線コネクタ 28">
            <a:extLst>
              <a:ext uri="{FF2B5EF4-FFF2-40B4-BE49-F238E27FC236}">
                <a16:creationId xmlns:a16="http://schemas.microsoft.com/office/drawing/2014/main" id="{B7D8ED67-9B68-992C-564C-9ADAE6BB5358}"/>
              </a:ext>
            </a:extLst>
          </p:cNvPr>
          <p:cNvCxnSpPr>
            <a:cxnSpLocks/>
          </p:cNvCxnSpPr>
          <p:nvPr/>
        </p:nvCxnSpPr>
        <p:spPr>
          <a:xfrm>
            <a:off x="3901795" y="2294851"/>
            <a:ext cx="434305" cy="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直線矢印コネクタ 29">
            <a:extLst>
              <a:ext uri="{FF2B5EF4-FFF2-40B4-BE49-F238E27FC236}">
                <a16:creationId xmlns:a16="http://schemas.microsoft.com/office/drawing/2014/main" id="{C01603AA-D96E-0111-5FEF-958222D101A7}"/>
              </a:ext>
            </a:extLst>
          </p:cNvPr>
          <p:cNvCxnSpPr/>
          <p:nvPr/>
        </p:nvCxnSpPr>
        <p:spPr>
          <a:xfrm flipV="1">
            <a:off x="4020393" y="2092732"/>
            <a:ext cx="0" cy="36000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直線コネクタ 30">
            <a:extLst>
              <a:ext uri="{FF2B5EF4-FFF2-40B4-BE49-F238E27FC236}">
                <a16:creationId xmlns:a16="http://schemas.microsoft.com/office/drawing/2014/main" id="{9971638F-FE03-0331-6303-CCE899F08691}"/>
              </a:ext>
            </a:extLst>
          </p:cNvPr>
          <p:cNvCxnSpPr>
            <a:cxnSpLocks/>
          </p:cNvCxnSpPr>
          <p:nvPr/>
        </p:nvCxnSpPr>
        <p:spPr>
          <a:xfrm>
            <a:off x="4168032" y="1658067"/>
            <a:ext cx="434305" cy="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直線矢印コネクタ 31">
            <a:extLst>
              <a:ext uri="{FF2B5EF4-FFF2-40B4-BE49-F238E27FC236}">
                <a16:creationId xmlns:a16="http://schemas.microsoft.com/office/drawing/2014/main" id="{D9570805-10DA-4891-498F-C74BDDD3DFB7}"/>
              </a:ext>
            </a:extLst>
          </p:cNvPr>
          <p:cNvCxnSpPr/>
          <p:nvPr/>
        </p:nvCxnSpPr>
        <p:spPr>
          <a:xfrm flipV="1">
            <a:off x="4286630" y="1455948"/>
            <a:ext cx="0" cy="36000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直線コネクタ 32">
            <a:extLst>
              <a:ext uri="{FF2B5EF4-FFF2-40B4-BE49-F238E27FC236}">
                <a16:creationId xmlns:a16="http://schemas.microsoft.com/office/drawing/2014/main" id="{3758FD47-79C7-247E-AC3F-C7934BE9B20A}"/>
              </a:ext>
            </a:extLst>
          </p:cNvPr>
          <p:cNvCxnSpPr>
            <a:cxnSpLocks/>
          </p:cNvCxnSpPr>
          <p:nvPr/>
        </p:nvCxnSpPr>
        <p:spPr>
          <a:xfrm>
            <a:off x="4483739" y="2294851"/>
            <a:ext cx="434305" cy="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直線矢印コネクタ 33">
            <a:extLst>
              <a:ext uri="{FF2B5EF4-FFF2-40B4-BE49-F238E27FC236}">
                <a16:creationId xmlns:a16="http://schemas.microsoft.com/office/drawing/2014/main" id="{DBFC46EF-2F55-93D1-9B22-EBA8ADDBC244}"/>
              </a:ext>
            </a:extLst>
          </p:cNvPr>
          <p:cNvCxnSpPr/>
          <p:nvPr/>
        </p:nvCxnSpPr>
        <p:spPr>
          <a:xfrm flipV="1">
            <a:off x="4602337" y="2092732"/>
            <a:ext cx="0" cy="36000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直線コネクタ 34">
            <a:extLst>
              <a:ext uri="{FF2B5EF4-FFF2-40B4-BE49-F238E27FC236}">
                <a16:creationId xmlns:a16="http://schemas.microsoft.com/office/drawing/2014/main" id="{85D64DD0-1242-5946-8EB4-EEDDC2699927}"/>
              </a:ext>
            </a:extLst>
          </p:cNvPr>
          <p:cNvCxnSpPr>
            <a:cxnSpLocks/>
          </p:cNvCxnSpPr>
          <p:nvPr/>
        </p:nvCxnSpPr>
        <p:spPr>
          <a:xfrm>
            <a:off x="4749976" y="1658067"/>
            <a:ext cx="434305" cy="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直線コネクタ 35">
            <a:extLst>
              <a:ext uri="{FF2B5EF4-FFF2-40B4-BE49-F238E27FC236}">
                <a16:creationId xmlns:a16="http://schemas.microsoft.com/office/drawing/2014/main" id="{955C6B93-4D96-FEE9-FE24-7431A87D91CB}"/>
              </a:ext>
            </a:extLst>
          </p:cNvPr>
          <p:cNvCxnSpPr>
            <a:cxnSpLocks/>
          </p:cNvCxnSpPr>
          <p:nvPr/>
        </p:nvCxnSpPr>
        <p:spPr>
          <a:xfrm>
            <a:off x="5065683" y="2294851"/>
            <a:ext cx="434305" cy="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直線矢印コネクタ 36">
            <a:extLst>
              <a:ext uri="{FF2B5EF4-FFF2-40B4-BE49-F238E27FC236}">
                <a16:creationId xmlns:a16="http://schemas.microsoft.com/office/drawing/2014/main" id="{1FD31B22-72EC-C044-4895-2187D17ECB06}"/>
              </a:ext>
            </a:extLst>
          </p:cNvPr>
          <p:cNvCxnSpPr/>
          <p:nvPr/>
        </p:nvCxnSpPr>
        <p:spPr>
          <a:xfrm flipV="1">
            <a:off x="5184281" y="2092732"/>
            <a:ext cx="0" cy="36000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38" name="グループ化 37">
            <a:extLst>
              <a:ext uri="{FF2B5EF4-FFF2-40B4-BE49-F238E27FC236}">
                <a16:creationId xmlns:a16="http://schemas.microsoft.com/office/drawing/2014/main" id="{8E1BDC7D-2D86-29E4-18A7-4C809E6E9053}"/>
              </a:ext>
            </a:extLst>
          </p:cNvPr>
          <p:cNvGrpSpPr/>
          <p:nvPr/>
        </p:nvGrpSpPr>
        <p:grpSpPr>
          <a:xfrm>
            <a:off x="7932474" y="3530138"/>
            <a:ext cx="434305" cy="386815"/>
            <a:chOff x="2457035" y="2715378"/>
            <a:chExt cx="434305" cy="386815"/>
          </a:xfrm>
        </p:grpSpPr>
        <p:cxnSp>
          <p:nvCxnSpPr>
            <p:cNvPr id="39" name="直線コネクタ 38">
              <a:extLst>
                <a:ext uri="{FF2B5EF4-FFF2-40B4-BE49-F238E27FC236}">
                  <a16:creationId xmlns:a16="http://schemas.microsoft.com/office/drawing/2014/main" id="{1C297A05-D304-C631-A053-2813122D82A7}"/>
                </a:ext>
              </a:extLst>
            </p:cNvPr>
            <p:cNvCxnSpPr>
              <a:cxnSpLocks/>
            </p:cNvCxnSpPr>
            <p:nvPr/>
          </p:nvCxnSpPr>
          <p:spPr>
            <a:xfrm>
              <a:off x="2457035" y="2917497"/>
              <a:ext cx="434305" cy="0"/>
            </a:xfrm>
            <a:prstGeom prst="line">
              <a:avLst/>
            </a:prstGeom>
            <a:ln w="5715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直線矢印コネクタ 39">
              <a:extLst>
                <a:ext uri="{FF2B5EF4-FFF2-40B4-BE49-F238E27FC236}">
                  <a16:creationId xmlns:a16="http://schemas.microsoft.com/office/drawing/2014/main" id="{A0CF3677-098B-4620-640C-F6E92E5A94AE}"/>
                </a:ext>
              </a:extLst>
            </p:cNvPr>
            <p:cNvCxnSpPr/>
            <p:nvPr/>
          </p:nvCxnSpPr>
          <p:spPr>
            <a:xfrm flipV="1">
              <a:off x="2575633" y="2715378"/>
              <a:ext cx="0" cy="36000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直線矢印コネクタ 40">
              <a:extLst>
                <a:ext uri="{FF2B5EF4-FFF2-40B4-BE49-F238E27FC236}">
                  <a16:creationId xmlns:a16="http://schemas.microsoft.com/office/drawing/2014/main" id="{186078A8-23CA-84C8-D3AB-F9674A49EA90}"/>
                </a:ext>
              </a:extLst>
            </p:cNvPr>
            <p:cNvCxnSpPr>
              <a:cxnSpLocks/>
            </p:cNvCxnSpPr>
            <p:nvPr/>
          </p:nvCxnSpPr>
          <p:spPr>
            <a:xfrm>
              <a:off x="2753252" y="2742193"/>
              <a:ext cx="0" cy="36000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51" name="直線コネクタ 50">
            <a:extLst>
              <a:ext uri="{FF2B5EF4-FFF2-40B4-BE49-F238E27FC236}">
                <a16:creationId xmlns:a16="http://schemas.microsoft.com/office/drawing/2014/main" id="{B4441CB6-B589-967B-F161-298A0581E6B8}"/>
              </a:ext>
            </a:extLst>
          </p:cNvPr>
          <p:cNvCxnSpPr>
            <a:cxnSpLocks/>
          </p:cNvCxnSpPr>
          <p:nvPr/>
        </p:nvCxnSpPr>
        <p:spPr>
          <a:xfrm>
            <a:off x="7350530" y="2480993"/>
            <a:ext cx="434305" cy="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直線矢印コネクタ 51">
            <a:extLst>
              <a:ext uri="{FF2B5EF4-FFF2-40B4-BE49-F238E27FC236}">
                <a16:creationId xmlns:a16="http://schemas.microsoft.com/office/drawing/2014/main" id="{C3FDC20B-9C49-D605-BFA0-E7CF8FA569BE}"/>
              </a:ext>
            </a:extLst>
          </p:cNvPr>
          <p:cNvCxnSpPr/>
          <p:nvPr/>
        </p:nvCxnSpPr>
        <p:spPr>
          <a:xfrm flipV="1">
            <a:off x="7469128" y="2278874"/>
            <a:ext cx="0" cy="36000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直線コネクタ 52">
            <a:extLst>
              <a:ext uri="{FF2B5EF4-FFF2-40B4-BE49-F238E27FC236}">
                <a16:creationId xmlns:a16="http://schemas.microsoft.com/office/drawing/2014/main" id="{7553B0F3-B727-4592-A92B-67B6E7846933}"/>
              </a:ext>
            </a:extLst>
          </p:cNvPr>
          <p:cNvCxnSpPr>
            <a:cxnSpLocks/>
          </p:cNvCxnSpPr>
          <p:nvPr/>
        </p:nvCxnSpPr>
        <p:spPr>
          <a:xfrm>
            <a:off x="7616767" y="1860186"/>
            <a:ext cx="434305" cy="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直線コネクタ 53">
            <a:extLst>
              <a:ext uri="{FF2B5EF4-FFF2-40B4-BE49-F238E27FC236}">
                <a16:creationId xmlns:a16="http://schemas.microsoft.com/office/drawing/2014/main" id="{CCCE22B4-6D48-8C5A-FC76-5B9CD61C8182}"/>
              </a:ext>
            </a:extLst>
          </p:cNvPr>
          <p:cNvCxnSpPr>
            <a:cxnSpLocks/>
          </p:cNvCxnSpPr>
          <p:nvPr/>
        </p:nvCxnSpPr>
        <p:spPr>
          <a:xfrm>
            <a:off x="7932474" y="2480993"/>
            <a:ext cx="434305" cy="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直線矢印コネクタ 54">
            <a:extLst>
              <a:ext uri="{FF2B5EF4-FFF2-40B4-BE49-F238E27FC236}">
                <a16:creationId xmlns:a16="http://schemas.microsoft.com/office/drawing/2014/main" id="{5AC2176D-AD0D-DA11-A71B-CF5A42053542}"/>
              </a:ext>
            </a:extLst>
          </p:cNvPr>
          <p:cNvCxnSpPr/>
          <p:nvPr/>
        </p:nvCxnSpPr>
        <p:spPr>
          <a:xfrm flipV="1">
            <a:off x="8051072" y="2278874"/>
            <a:ext cx="0" cy="36000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直線コネクタ 55">
            <a:extLst>
              <a:ext uri="{FF2B5EF4-FFF2-40B4-BE49-F238E27FC236}">
                <a16:creationId xmlns:a16="http://schemas.microsoft.com/office/drawing/2014/main" id="{894C9249-1DA2-1B92-912E-0CBC90DBD99B}"/>
              </a:ext>
            </a:extLst>
          </p:cNvPr>
          <p:cNvCxnSpPr>
            <a:cxnSpLocks/>
          </p:cNvCxnSpPr>
          <p:nvPr/>
        </p:nvCxnSpPr>
        <p:spPr>
          <a:xfrm>
            <a:off x="8198711" y="1860186"/>
            <a:ext cx="434305" cy="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直線コネクタ 56">
            <a:extLst>
              <a:ext uri="{FF2B5EF4-FFF2-40B4-BE49-F238E27FC236}">
                <a16:creationId xmlns:a16="http://schemas.microsoft.com/office/drawing/2014/main" id="{78D57B27-260C-0905-79A7-120DD4A7958C}"/>
              </a:ext>
            </a:extLst>
          </p:cNvPr>
          <p:cNvCxnSpPr>
            <a:cxnSpLocks/>
          </p:cNvCxnSpPr>
          <p:nvPr/>
        </p:nvCxnSpPr>
        <p:spPr>
          <a:xfrm>
            <a:off x="8514418" y="2480993"/>
            <a:ext cx="434305" cy="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直線矢印コネクタ 57">
            <a:extLst>
              <a:ext uri="{FF2B5EF4-FFF2-40B4-BE49-F238E27FC236}">
                <a16:creationId xmlns:a16="http://schemas.microsoft.com/office/drawing/2014/main" id="{8C87E29B-5320-7619-FF73-6EA343754F0B}"/>
              </a:ext>
            </a:extLst>
          </p:cNvPr>
          <p:cNvCxnSpPr/>
          <p:nvPr/>
        </p:nvCxnSpPr>
        <p:spPr>
          <a:xfrm flipV="1">
            <a:off x="8633016" y="2278874"/>
            <a:ext cx="0" cy="36000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8" name="グループ化 7">
            <a:extLst>
              <a:ext uri="{FF2B5EF4-FFF2-40B4-BE49-F238E27FC236}">
                <a16:creationId xmlns:a16="http://schemas.microsoft.com/office/drawing/2014/main" id="{8B9DE539-5A9A-B5A1-E9A0-0CB03BE25BEE}"/>
              </a:ext>
            </a:extLst>
          </p:cNvPr>
          <p:cNvGrpSpPr/>
          <p:nvPr/>
        </p:nvGrpSpPr>
        <p:grpSpPr>
          <a:xfrm>
            <a:off x="9800585" y="3530138"/>
            <a:ext cx="434305" cy="386815"/>
            <a:chOff x="9800585" y="3530138"/>
            <a:chExt cx="434305" cy="386815"/>
          </a:xfrm>
        </p:grpSpPr>
        <p:cxnSp>
          <p:nvCxnSpPr>
            <p:cNvPr id="59" name="直線コネクタ 58">
              <a:extLst>
                <a:ext uri="{FF2B5EF4-FFF2-40B4-BE49-F238E27FC236}">
                  <a16:creationId xmlns:a16="http://schemas.microsoft.com/office/drawing/2014/main" id="{D3F4F6F9-266E-895F-12C6-9DD045BC0099}"/>
                </a:ext>
              </a:extLst>
            </p:cNvPr>
            <p:cNvCxnSpPr>
              <a:cxnSpLocks/>
            </p:cNvCxnSpPr>
            <p:nvPr/>
          </p:nvCxnSpPr>
          <p:spPr>
            <a:xfrm>
              <a:off x="9800585" y="3732257"/>
              <a:ext cx="434305" cy="0"/>
            </a:xfrm>
            <a:prstGeom prst="line">
              <a:avLst/>
            </a:prstGeom>
            <a:ln w="5715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直線矢印コネクタ 59">
              <a:extLst>
                <a:ext uri="{FF2B5EF4-FFF2-40B4-BE49-F238E27FC236}">
                  <a16:creationId xmlns:a16="http://schemas.microsoft.com/office/drawing/2014/main" id="{4BBF8104-1201-0DC9-61AB-30FF70982059}"/>
                </a:ext>
              </a:extLst>
            </p:cNvPr>
            <p:cNvCxnSpPr/>
            <p:nvPr/>
          </p:nvCxnSpPr>
          <p:spPr>
            <a:xfrm flipV="1">
              <a:off x="9919183" y="3530138"/>
              <a:ext cx="0" cy="36000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直線矢印コネクタ 60">
              <a:extLst>
                <a:ext uri="{FF2B5EF4-FFF2-40B4-BE49-F238E27FC236}">
                  <a16:creationId xmlns:a16="http://schemas.microsoft.com/office/drawing/2014/main" id="{1D0ABECE-4079-4935-72B8-2CE786E6C89D}"/>
                </a:ext>
              </a:extLst>
            </p:cNvPr>
            <p:cNvCxnSpPr>
              <a:cxnSpLocks/>
            </p:cNvCxnSpPr>
            <p:nvPr/>
          </p:nvCxnSpPr>
          <p:spPr>
            <a:xfrm>
              <a:off x="10096802" y="3556953"/>
              <a:ext cx="0" cy="360000"/>
            </a:xfrm>
            <a:prstGeom prst="straightConnector1">
              <a:avLst/>
            </a:prstGeom>
            <a:ln w="38100">
              <a:solidFill>
                <a:srgbClr val="FF0000"/>
              </a:solidFill>
              <a:prstDash val="sysDot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62" name="直線コネクタ 61">
            <a:extLst>
              <a:ext uri="{FF2B5EF4-FFF2-40B4-BE49-F238E27FC236}">
                <a16:creationId xmlns:a16="http://schemas.microsoft.com/office/drawing/2014/main" id="{4A69748B-57BB-32FF-D006-AC18B95A77F9}"/>
              </a:ext>
            </a:extLst>
          </p:cNvPr>
          <p:cNvCxnSpPr>
            <a:cxnSpLocks/>
          </p:cNvCxnSpPr>
          <p:nvPr/>
        </p:nvCxnSpPr>
        <p:spPr>
          <a:xfrm>
            <a:off x="9218641" y="2480993"/>
            <a:ext cx="434305" cy="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直線矢印コネクタ 62">
            <a:extLst>
              <a:ext uri="{FF2B5EF4-FFF2-40B4-BE49-F238E27FC236}">
                <a16:creationId xmlns:a16="http://schemas.microsoft.com/office/drawing/2014/main" id="{F43125D8-88D5-CFC6-DF19-76A3B60E401F}"/>
              </a:ext>
            </a:extLst>
          </p:cNvPr>
          <p:cNvCxnSpPr/>
          <p:nvPr/>
        </p:nvCxnSpPr>
        <p:spPr>
          <a:xfrm flipV="1">
            <a:off x="9337239" y="2278874"/>
            <a:ext cx="0" cy="36000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直線コネクタ 63">
            <a:extLst>
              <a:ext uri="{FF2B5EF4-FFF2-40B4-BE49-F238E27FC236}">
                <a16:creationId xmlns:a16="http://schemas.microsoft.com/office/drawing/2014/main" id="{4E335559-B43D-F697-B162-39796EA8AC50}"/>
              </a:ext>
            </a:extLst>
          </p:cNvPr>
          <p:cNvCxnSpPr>
            <a:cxnSpLocks/>
          </p:cNvCxnSpPr>
          <p:nvPr/>
        </p:nvCxnSpPr>
        <p:spPr>
          <a:xfrm>
            <a:off x="9484878" y="1860186"/>
            <a:ext cx="434305" cy="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直線矢印コネクタ 64">
            <a:extLst>
              <a:ext uri="{FF2B5EF4-FFF2-40B4-BE49-F238E27FC236}">
                <a16:creationId xmlns:a16="http://schemas.microsoft.com/office/drawing/2014/main" id="{872C824E-5565-E535-5C23-F5426DE9297B}"/>
              </a:ext>
            </a:extLst>
          </p:cNvPr>
          <p:cNvCxnSpPr/>
          <p:nvPr/>
        </p:nvCxnSpPr>
        <p:spPr>
          <a:xfrm flipV="1">
            <a:off x="9603476" y="1658067"/>
            <a:ext cx="0" cy="36000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直線コネクタ 65">
            <a:extLst>
              <a:ext uri="{FF2B5EF4-FFF2-40B4-BE49-F238E27FC236}">
                <a16:creationId xmlns:a16="http://schemas.microsoft.com/office/drawing/2014/main" id="{6689489B-5AB1-D80A-1E30-80735DF6255E}"/>
              </a:ext>
            </a:extLst>
          </p:cNvPr>
          <p:cNvCxnSpPr>
            <a:cxnSpLocks/>
          </p:cNvCxnSpPr>
          <p:nvPr/>
        </p:nvCxnSpPr>
        <p:spPr>
          <a:xfrm>
            <a:off x="9800585" y="2480993"/>
            <a:ext cx="434305" cy="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直線矢印コネクタ 66">
            <a:extLst>
              <a:ext uri="{FF2B5EF4-FFF2-40B4-BE49-F238E27FC236}">
                <a16:creationId xmlns:a16="http://schemas.microsoft.com/office/drawing/2014/main" id="{99E065E9-2955-BFF7-D2CD-25FD7EFB7E44}"/>
              </a:ext>
            </a:extLst>
          </p:cNvPr>
          <p:cNvCxnSpPr/>
          <p:nvPr/>
        </p:nvCxnSpPr>
        <p:spPr>
          <a:xfrm flipV="1">
            <a:off x="9919183" y="2278874"/>
            <a:ext cx="0" cy="36000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直線コネクタ 67">
            <a:extLst>
              <a:ext uri="{FF2B5EF4-FFF2-40B4-BE49-F238E27FC236}">
                <a16:creationId xmlns:a16="http://schemas.microsoft.com/office/drawing/2014/main" id="{CBFEA684-9EC3-A0EC-8286-08F8B6CEE559}"/>
              </a:ext>
            </a:extLst>
          </p:cNvPr>
          <p:cNvCxnSpPr>
            <a:cxnSpLocks/>
          </p:cNvCxnSpPr>
          <p:nvPr/>
        </p:nvCxnSpPr>
        <p:spPr>
          <a:xfrm>
            <a:off x="10066822" y="1860186"/>
            <a:ext cx="434305" cy="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直線コネクタ 68">
            <a:extLst>
              <a:ext uri="{FF2B5EF4-FFF2-40B4-BE49-F238E27FC236}">
                <a16:creationId xmlns:a16="http://schemas.microsoft.com/office/drawing/2014/main" id="{1AFBD242-9C6F-8C85-7CAA-583C70C95C14}"/>
              </a:ext>
            </a:extLst>
          </p:cNvPr>
          <p:cNvCxnSpPr>
            <a:cxnSpLocks/>
          </p:cNvCxnSpPr>
          <p:nvPr/>
        </p:nvCxnSpPr>
        <p:spPr>
          <a:xfrm>
            <a:off x="10382529" y="2480993"/>
            <a:ext cx="434305" cy="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直線矢印コネクタ 69">
            <a:extLst>
              <a:ext uri="{FF2B5EF4-FFF2-40B4-BE49-F238E27FC236}">
                <a16:creationId xmlns:a16="http://schemas.microsoft.com/office/drawing/2014/main" id="{898056EE-EFBE-23C6-598C-F6C2D4D848B7}"/>
              </a:ext>
            </a:extLst>
          </p:cNvPr>
          <p:cNvCxnSpPr/>
          <p:nvPr/>
        </p:nvCxnSpPr>
        <p:spPr>
          <a:xfrm flipV="1">
            <a:off x="10501127" y="2278874"/>
            <a:ext cx="0" cy="36000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1" name="テキスト ボックス 70">
            <a:extLst>
              <a:ext uri="{FF2B5EF4-FFF2-40B4-BE49-F238E27FC236}">
                <a16:creationId xmlns:a16="http://schemas.microsoft.com/office/drawing/2014/main" id="{1BEF9276-9BD8-96FF-963C-9ADD29C7066B}"/>
              </a:ext>
            </a:extLst>
          </p:cNvPr>
          <p:cNvSpPr txBox="1"/>
          <p:nvPr/>
        </p:nvSpPr>
        <p:spPr>
          <a:xfrm>
            <a:off x="2514027" y="4691133"/>
            <a:ext cx="228139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800" b="1" dirty="0">
                <a:latin typeface="Arial" panose="020B0604020202020204" pitchFamily="34" charset="0"/>
                <a:cs typeface="Arial" panose="020B0604020202020204" pitchFamily="34" charset="0"/>
              </a:rPr>
              <a:t>Na</a:t>
            </a:r>
            <a:r>
              <a:rPr kumimoji="1" lang="en-US" altLang="ja-JP" sz="2800" b="1" baseline="30000" dirty="0">
                <a:latin typeface="Arial" panose="020B0604020202020204" pitchFamily="34" charset="0"/>
                <a:cs typeface="Arial" panose="020B0604020202020204" pitchFamily="34" charset="0"/>
              </a:rPr>
              <a:t>+</a:t>
            </a:r>
            <a:r>
              <a:rPr kumimoji="1" lang="en-US" altLang="ja-JP" sz="2800" b="1" dirty="0">
                <a:latin typeface="Arial" panose="020B0604020202020204" pitchFamily="34" charset="0"/>
                <a:cs typeface="Arial" panose="020B0604020202020204" pitchFamily="34" charset="0"/>
              </a:rPr>
              <a:t> solution</a:t>
            </a:r>
            <a:endParaRPr kumimoji="1" lang="ja-JP" altLang="en-US" sz="28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2" name="テキスト ボックス 71">
            <a:extLst>
              <a:ext uri="{FF2B5EF4-FFF2-40B4-BE49-F238E27FC236}">
                <a16:creationId xmlns:a16="http://schemas.microsoft.com/office/drawing/2014/main" id="{9DA23E29-68B9-FCAE-6FEA-9E542FE5116B}"/>
              </a:ext>
            </a:extLst>
          </p:cNvPr>
          <p:cNvSpPr txBox="1"/>
          <p:nvPr/>
        </p:nvSpPr>
        <p:spPr>
          <a:xfrm>
            <a:off x="7999192" y="4691133"/>
            <a:ext cx="208101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800" b="1" dirty="0">
                <a:latin typeface="Arial" panose="020B0604020202020204" pitchFamily="34" charset="0"/>
                <a:cs typeface="Arial" panose="020B0604020202020204" pitchFamily="34" charset="0"/>
              </a:rPr>
              <a:t>K</a:t>
            </a:r>
            <a:r>
              <a:rPr kumimoji="1" lang="en-US" altLang="ja-JP" sz="2800" b="1" baseline="30000" dirty="0">
                <a:latin typeface="Arial" panose="020B0604020202020204" pitchFamily="34" charset="0"/>
                <a:cs typeface="Arial" panose="020B0604020202020204" pitchFamily="34" charset="0"/>
              </a:rPr>
              <a:t>+</a:t>
            </a:r>
            <a:r>
              <a:rPr kumimoji="1" lang="en-US" altLang="ja-JP" sz="2800" b="1" dirty="0">
                <a:latin typeface="Arial" panose="020B0604020202020204" pitchFamily="34" charset="0"/>
                <a:cs typeface="Arial" panose="020B0604020202020204" pitchFamily="34" charset="0"/>
              </a:rPr>
              <a:t> solution</a:t>
            </a:r>
            <a:endParaRPr kumimoji="1" lang="ja-JP" altLang="en-US" sz="28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73" name="直線コネクタ 72">
            <a:extLst>
              <a:ext uri="{FF2B5EF4-FFF2-40B4-BE49-F238E27FC236}">
                <a16:creationId xmlns:a16="http://schemas.microsoft.com/office/drawing/2014/main" id="{CEB8C1AA-DDD0-6638-2422-F9EBB75CF27F}"/>
              </a:ext>
            </a:extLst>
          </p:cNvPr>
          <p:cNvCxnSpPr>
            <a:cxnSpLocks/>
          </p:cNvCxnSpPr>
          <p:nvPr/>
        </p:nvCxnSpPr>
        <p:spPr>
          <a:xfrm>
            <a:off x="5302879" y="1658067"/>
            <a:ext cx="5198248" cy="0"/>
          </a:xfrm>
          <a:prstGeom prst="line">
            <a:avLst/>
          </a:prstGeom>
          <a:ln w="19050">
            <a:solidFill>
              <a:schemeClr val="tx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直線矢印コネクタ 73">
            <a:extLst>
              <a:ext uri="{FF2B5EF4-FFF2-40B4-BE49-F238E27FC236}">
                <a16:creationId xmlns:a16="http://schemas.microsoft.com/office/drawing/2014/main" id="{8FA2A287-4630-E261-B353-61095680EDD3}"/>
              </a:ext>
            </a:extLst>
          </p:cNvPr>
          <p:cNvCxnSpPr>
            <a:cxnSpLocks/>
          </p:cNvCxnSpPr>
          <p:nvPr/>
        </p:nvCxnSpPr>
        <p:spPr>
          <a:xfrm>
            <a:off x="10547995" y="1668492"/>
            <a:ext cx="0" cy="216000"/>
          </a:xfrm>
          <a:prstGeom prst="straightConnector1">
            <a:avLst/>
          </a:prstGeom>
          <a:ln w="38100" cmpd="dbl">
            <a:solidFill>
              <a:srgbClr val="0070C0"/>
            </a:solidFill>
            <a:tailEnd type="arrow" w="med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5" name="テキスト ボックス 74">
            <a:extLst>
              <a:ext uri="{FF2B5EF4-FFF2-40B4-BE49-F238E27FC236}">
                <a16:creationId xmlns:a16="http://schemas.microsoft.com/office/drawing/2014/main" id="{78112C47-B858-0362-42FA-F0EB7C6D606F}"/>
              </a:ext>
            </a:extLst>
          </p:cNvPr>
          <p:cNvSpPr txBox="1"/>
          <p:nvPr/>
        </p:nvSpPr>
        <p:spPr>
          <a:xfrm>
            <a:off x="10547995" y="1562552"/>
            <a:ext cx="11464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>
                <a:solidFill>
                  <a:srgbClr val="42668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stabilized</a:t>
            </a:r>
            <a:endParaRPr kumimoji="1" lang="ja-JP" altLang="en-US" dirty="0">
              <a:solidFill>
                <a:srgbClr val="42668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8" name="テキスト ボックス 77">
            <a:extLst>
              <a:ext uri="{FF2B5EF4-FFF2-40B4-BE49-F238E27FC236}">
                <a16:creationId xmlns:a16="http://schemas.microsoft.com/office/drawing/2014/main" id="{6FB51EEB-7B97-2FF5-D6E9-ABBA3C0A8F22}"/>
              </a:ext>
            </a:extLst>
          </p:cNvPr>
          <p:cNvSpPr txBox="1"/>
          <p:nvPr/>
        </p:nvSpPr>
        <p:spPr>
          <a:xfrm>
            <a:off x="7627098" y="4083396"/>
            <a:ext cx="130035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000" dirty="0">
                <a:latin typeface="Arial" panose="020B0604020202020204" pitchFamily="34" charset="0"/>
                <a:ea typeface="Arial Unicode MS" panose="020B0604020202020204" pitchFamily="50" charset="-128"/>
                <a:cs typeface="Arial" panose="020B0604020202020204" pitchFamily="34" charset="0"/>
              </a:rPr>
              <a:t>Mn(IV)=O</a:t>
            </a:r>
          </a:p>
        </p:txBody>
      </p:sp>
      <p:sp>
        <p:nvSpPr>
          <p:cNvPr id="79" name="テキスト ボックス 78">
            <a:extLst>
              <a:ext uri="{FF2B5EF4-FFF2-40B4-BE49-F238E27FC236}">
                <a16:creationId xmlns:a16="http://schemas.microsoft.com/office/drawing/2014/main" id="{3DD635B3-432D-C1C3-EAEE-596B4CC55333}"/>
              </a:ext>
            </a:extLst>
          </p:cNvPr>
          <p:cNvSpPr txBox="1"/>
          <p:nvPr/>
        </p:nvSpPr>
        <p:spPr>
          <a:xfrm>
            <a:off x="9449028" y="4083396"/>
            <a:ext cx="129554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000" dirty="0">
                <a:latin typeface="Arial" panose="020B0604020202020204" pitchFamily="34" charset="0"/>
                <a:ea typeface="Arial Unicode MS" panose="020B0604020202020204" pitchFamily="50" charset="-128"/>
                <a:cs typeface="Arial" panose="020B0604020202020204" pitchFamily="34" charset="0"/>
              </a:rPr>
              <a:t>Mn(III)-O•</a:t>
            </a:r>
          </a:p>
        </p:txBody>
      </p:sp>
      <p:cxnSp>
        <p:nvCxnSpPr>
          <p:cNvPr id="80" name="直線矢印コネクタ 79">
            <a:extLst>
              <a:ext uri="{FF2B5EF4-FFF2-40B4-BE49-F238E27FC236}">
                <a16:creationId xmlns:a16="http://schemas.microsoft.com/office/drawing/2014/main" id="{D519517E-864A-66A0-A171-26693FF5E5B1}"/>
              </a:ext>
            </a:extLst>
          </p:cNvPr>
          <p:cNvCxnSpPr>
            <a:cxnSpLocks/>
          </p:cNvCxnSpPr>
          <p:nvPr/>
        </p:nvCxnSpPr>
        <p:spPr>
          <a:xfrm>
            <a:off x="8940819" y="4283451"/>
            <a:ext cx="494974" cy="0"/>
          </a:xfrm>
          <a:prstGeom prst="straightConnector1">
            <a:avLst/>
          </a:prstGeom>
          <a:ln w="44450">
            <a:solidFill>
              <a:schemeClr val="tx1"/>
            </a:solidFill>
            <a:headEnd type="triangl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016FDED2-2D43-7739-DEB0-739B59BB46A2}"/>
              </a:ext>
            </a:extLst>
          </p:cNvPr>
          <p:cNvSpPr txBox="1"/>
          <p:nvPr/>
        </p:nvSpPr>
        <p:spPr>
          <a:xfrm>
            <a:off x="5958881" y="1989941"/>
            <a:ext cx="89639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000" dirty="0">
                <a:latin typeface="Arial" panose="020B0604020202020204" pitchFamily="34" charset="0"/>
                <a:cs typeface="Arial" panose="020B0604020202020204" pitchFamily="34" charset="0"/>
              </a:rPr>
              <a:t>Mn 3d</a:t>
            </a:r>
            <a:endParaRPr kumimoji="1" lang="ja-JP" alt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AF7132CB-18E3-2DA5-1796-BEE4CD32F7E4}"/>
              </a:ext>
            </a:extLst>
          </p:cNvPr>
          <p:cNvSpPr txBox="1"/>
          <p:nvPr/>
        </p:nvSpPr>
        <p:spPr>
          <a:xfrm>
            <a:off x="6037428" y="3506801"/>
            <a:ext cx="73930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000" dirty="0">
                <a:latin typeface="Arial" panose="020B0604020202020204" pitchFamily="34" charset="0"/>
                <a:cs typeface="Arial" panose="020B0604020202020204" pitchFamily="34" charset="0"/>
              </a:rPr>
              <a:t>O 2p</a:t>
            </a:r>
            <a:endParaRPr kumimoji="1" lang="ja-JP" alt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2199606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324B0F-7DA3-1289-7087-E5B84B4499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グループ化 3">
            <a:extLst>
              <a:ext uri="{FF2B5EF4-FFF2-40B4-BE49-F238E27FC236}">
                <a16:creationId xmlns:a16="http://schemas.microsoft.com/office/drawing/2014/main" id="{CC5D6807-E34B-9B4F-D90F-A656DDE5F534}"/>
              </a:ext>
            </a:extLst>
          </p:cNvPr>
          <p:cNvGrpSpPr/>
          <p:nvPr/>
        </p:nvGrpSpPr>
        <p:grpSpPr>
          <a:xfrm>
            <a:off x="7909803" y="3530138"/>
            <a:ext cx="434305" cy="386815"/>
            <a:chOff x="2457035" y="2715378"/>
            <a:chExt cx="434305" cy="386815"/>
          </a:xfrm>
        </p:grpSpPr>
        <p:cxnSp>
          <p:nvCxnSpPr>
            <p:cNvPr id="5" name="直線コネクタ 4">
              <a:extLst>
                <a:ext uri="{FF2B5EF4-FFF2-40B4-BE49-F238E27FC236}">
                  <a16:creationId xmlns:a16="http://schemas.microsoft.com/office/drawing/2014/main" id="{B5127855-EE14-8C01-765C-C2985B575998}"/>
                </a:ext>
              </a:extLst>
            </p:cNvPr>
            <p:cNvCxnSpPr>
              <a:cxnSpLocks/>
            </p:cNvCxnSpPr>
            <p:nvPr/>
          </p:nvCxnSpPr>
          <p:spPr>
            <a:xfrm>
              <a:off x="2457035" y="2917497"/>
              <a:ext cx="434305" cy="0"/>
            </a:xfrm>
            <a:prstGeom prst="line">
              <a:avLst/>
            </a:prstGeom>
            <a:ln w="5715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直線矢印コネクタ 5">
              <a:extLst>
                <a:ext uri="{FF2B5EF4-FFF2-40B4-BE49-F238E27FC236}">
                  <a16:creationId xmlns:a16="http://schemas.microsoft.com/office/drawing/2014/main" id="{5E7D1C4B-6264-A8FB-7A3F-24F7F69ADB36}"/>
                </a:ext>
              </a:extLst>
            </p:cNvPr>
            <p:cNvCxnSpPr/>
            <p:nvPr/>
          </p:nvCxnSpPr>
          <p:spPr>
            <a:xfrm flipV="1">
              <a:off x="2575633" y="2715378"/>
              <a:ext cx="0" cy="36000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直線矢印コネクタ 6">
              <a:extLst>
                <a:ext uri="{FF2B5EF4-FFF2-40B4-BE49-F238E27FC236}">
                  <a16:creationId xmlns:a16="http://schemas.microsoft.com/office/drawing/2014/main" id="{E66B47AD-9F76-E291-0310-8C13DCC4BB08}"/>
                </a:ext>
              </a:extLst>
            </p:cNvPr>
            <p:cNvCxnSpPr>
              <a:cxnSpLocks/>
            </p:cNvCxnSpPr>
            <p:nvPr/>
          </p:nvCxnSpPr>
          <p:spPr>
            <a:xfrm>
              <a:off x="2753252" y="2742193"/>
              <a:ext cx="0" cy="36000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A813F0C3-EE74-DFE1-BF07-7A1B964AC444}"/>
              </a:ext>
            </a:extLst>
          </p:cNvPr>
          <p:cNvSpPr txBox="1"/>
          <p:nvPr/>
        </p:nvSpPr>
        <p:spPr>
          <a:xfrm>
            <a:off x="7622766" y="4083396"/>
            <a:ext cx="130035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000" dirty="0">
                <a:latin typeface="Arial" panose="020B0604020202020204" pitchFamily="34" charset="0"/>
                <a:ea typeface="Arial Unicode MS" panose="020B0604020202020204" pitchFamily="50" charset="-128"/>
                <a:cs typeface="Arial" panose="020B0604020202020204" pitchFamily="34" charset="0"/>
              </a:rPr>
              <a:t>Mn(IV)=O</a:t>
            </a:r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CDB7004B-CE3C-D0EB-7A6A-20CDCE3C5694}"/>
              </a:ext>
            </a:extLst>
          </p:cNvPr>
          <p:cNvSpPr txBox="1"/>
          <p:nvPr/>
        </p:nvSpPr>
        <p:spPr>
          <a:xfrm>
            <a:off x="9444696" y="4083396"/>
            <a:ext cx="129554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000" dirty="0">
                <a:latin typeface="Arial" panose="020B0604020202020204" pitchFamily="34" charset="0"/>
                <a:ea typeface="Arial Unicode MS" panose="020B0604020202020204" pitchFamily="50" charset="-128"/>
                <a:cs typeface="Arial" panose="020B0604020202020204" pitchFamily="34" charset="0"/>
              </a:rPr>
              <a:t>Mn(III)-O•</a:t>
            </a:r>
          </a:p>
        </p:txBody>
      </p:sp>
      <p:cxnSp>
        <p:nvCxnSpPr>
          <p:cNvPr id="14" name="直線矢印コネクタ 13">
            <a:extLst>
              <a:ext uri="{FF2B5EF4-FFF2-40B4-BE49-F238E27FC236}">
                <a16:creationId xmlns:a16="http://schemas.microsoft.com/office/drawing/2014/main" id="{948DFDD2-6563-2A6E-5365-B2DEAB9EF8A9}"/>
              </a:ext>
            </a:extLst>
          </p:cNvPr>
          <p:cNvCxnSpPr>
            <a:cxnSpLocks/>
          </p:cNvCxnSpPr>
          <p:nvPr/>
        </p:nvCxnSpPr>
        <p:spPr>
          <a:xfrm flipV="1">
            <a:off x="1575658" y="1485983"/>
            <a:ext cx="0" cy="2576885"/>
          </a:xfrm>
          <a:prstGeom prst="straightConnector1">
            <a:avLst/>
          </a:prstGeom>
          <a:ln w="28575">
            <a:solidFill>
              <a:schemeClr val="tx1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9E9942C5-F070-D7E5-6FAA-72B281F75129}"/>
              </a:ext>
            </a:extLst>
          </p:cNvPr>
          <p:cNvSpPr txBox="1"/>
          <p:nvPr/>
        </p:nvSpPr>
        <p:spPr>
          <a:xfrm rot="16200000">
            <a:off x="253340" y="2589759"/>
            <a:ext cx="198002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dirty="0">
                <a:latin typeface="Arial" panose="020B0604020202020204" pitchFamily="34" charset="0"/>
                <a:ea typeface="Arial Unicode MS" panose="020B0604020202020204" pitchFamily="50" charset="-128"/>
                <a:cs typeface="Arial" panose="020B0604020202020204" pitchFamily="34" charset="0"/>
              </a:rPr>
              <a:t>Energy of orbitals</a:t>
            </a:r>
            <a:endParaRPr kumimoji="1" lang="ja-JP" altLang="en-US" dirty="0">
              <a:latin typeface="Arial" panose="020B0604020202020204" pitchFamily="34" charset="0"/>
              <a:ea typeface="Arial Unicode MS" panose="020B0604020202020204" pitchFamily="50" charset="-128"/>
              <a:cs typeface="Arial" panose="020B0604020202020204" pitchFamily="34" charset="0"/>
            </a:endParaRPr>
          </a:p>
        </p:txBody>
      </p:sp>
      <p:cxnSp>
        <p:nvCxnSpPr>
          <p:cNvPr id="16" name="直線矢印コネクタ 15">
            <a:extLst>
              <a:ext uri="{FF2B5EF4-FFF2-40B4-BE49-F238E27FC236}">
                <a16:creationId xmlns:a16="http://schemas.microsoft.com/office/drawing/2014/main" id="{4FE04DFC-9567-188A-8CCB-59C928935F2E}"/>
              </a:ext>
            </a:extLst>
          </p:cNvPr>
          <p:cNvCxnSpPr>
            <a:cxnSpLocks/>
          </p:cNvCxnSpPr>
          <p:nvPr/>
        </p:nvCxnSpPr>
        <p:spPr>
          <a:xfrm>
            <a:off x="8936487" y="4283451"/>
            <a:ext cx="494974" cy="0"/>
          </a:xfrm>
          <a:prstGeom prst="straightConnector1">
            <a:avLst/>
          </a:prstGeom>
          <a:ln w="44450">
            <a:solidFill>
              <a:schemeClr val="tx1"/>
            </a:solidFill>
            <a:headEnd type="triangl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直線コネクタ 17">
            <a:extLst>
              <a:ext uri="{FF2B5EF4-FFF2-40B4-BE49-F238E27FC236}">
                <a16:creationId xmlns:a16="http://schemas.microsoft.com/office/drawing/2014/main" id="{86FA898F-D903-2102-6607-7D9C1B11C600}"/>
              </a:ext>
            </a:extLst>
          </p:cNvPr>
          <p:cNvCxnSpPr>
            <a:cxnSpLocks/>
          </p:cNvCxnSpPr>
          <p:nvPr/>
        </p:nvCxnSpPr>
        <p:spPr>
          <a:xfrm>
            <a:off x="7327859" y="2294851"/>
            <a:ext cx="434305" cy="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直線矢印コネクタ 18">
            <a:extLst>
              <a:ext uri="{FF2B5EF4-FFF2-40B4-BE49-F238E27FC236}">
                <a16:creationId xmlns:a16="http://schemas.microsoft.com/office/drawing/2014/main" id="{935604B5-FFCB-97AC-D709-B0591B44D7D1}"/>
              </a:ext>
            </a:extLst>
          </p:cNvPr>
          <p:cNvCxnSpPr/>
          <p:nvPr/>
        </p:nvCxnSpPr>
        <p:spPr>
          <a:xfrm flipV="1">
            <a:off x="7446457" y="2092732"/>
            <a:ext cx="0" cy="36000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直線コネクタ 19">
            <a:extLst>
              <a:ext uri="{FF2B5EF4-FFF2-40B4-BE49-F238E27FC236}">
                <a16:creationId xmlns:a16="http://schemas.microsoft.com/office/drawing/2014/main" id="{264AB0A1-390A-975D-7FE5-13C43A04ABBF}"/>
              </a:ext>
            </a:extLst>
          </p:cNvPr>
          <p:cNvCxnSpPr>
            <a:cxnSpLocks/>
          </p:cNvCxnSpPr>
          <p:nvPr/>
        </p:nvCxnSpPr>
        <p:spPr>
          <a:xfrm>
            <a:off x="7594096" y="1658067"/>
            <a:ext cx="434305" cy="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直線コネクタ 20">
            <a:extLst>
              <a:ext uri="{FF2B5EF4-FFF2-40B4-BE49-F238E27FC236}">
                <a16:creationId xmlns:a16="http://schemas.microsoft.com/office/drawing/2014/main" id="{3A05EB55-406C-F845-5AB7-C35B4CC42D0B}"/>
              </a:ext>
            </a:extLst>
          </p:cNvPr>
          <p:cNvCxnSpPr>
            <a:cxnSpLocks/>
          </p:cNvCxnSpPr>
          <p:nvPr/>
        </p:nvCxnSpPr>
        <p:spPr>
          <a:xfrm>
            <a:off x="7909803" y="2294851"/>
            <a:ext cx="434305" cy="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直線矢印コネクタ 21">
            <a:extLst>
              <a:ext uri="{FF2B5EF4-FFF2-40B4-BE49-F238E27FC236}">
                <a16:creationId xmlns:a16="http://schemas.microsoft.com/office/drawing/2014/main" id="{12272E8B-3E6F-0D56-36DB-3F6C423C7126}"/>
              </a:ext>
            </a:extLst>
          </p:cNvPr>
          <p:cNvCxnSpPr/>
          <p:nvPr/>
        </p:nvCxnSpPr>
        <p:spPr>
          <a:xfrm flipV="1">
            <a:off x="8028401" y="2092732"/>
            <a:ext cx="0" cy="36000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直線コネクタ 22">
            <a:extLst>
              <a:ext uri="{FF2B5EF4-FFF2-40B4-BE49-F238E27FC236}">
                <a16:creationId xmlns:a16="http://schemas.microsoft.com/office/drawing/2014/main" id="{F717A0E6-47C4-BCDC-4508-633C6864E753}"/>
              </a:ext>
            </a:extLst>
          </p:cNvPr>
          <p:cNvCxnSpPr>
            <a:cxnSpLocks/>
          </p:cNvCxnSpPr>
          <p:nvPr/>
        </p:nvCxnSpPr>
        <p:spPr>
          <a:xfrm>
            <a:off x="8176040" y="1658067"/>
            <a:ext cx="434305" cy="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直線コネクタ 23">
            <a:extLst>
              <a:ext uri="{FF2B5EF4-FFF2-40B4-BE49-F238E27FC236}">
                <a16:creationId xmlns:a16="http://schemas.microsoft.com/office/drawing/2014/main" id="{CAB3EF5E-DB40-5073-F9A9-C7D94D4A4C91}"/>
              </a:ext>
            </a:extLst>
          </p:cNvPr>
          <p:cNvCxnSpPr>
            <a:cxnSpLocks/>
          </p:cNvCxnSpPr>
          <p:nvPr/>
        </p:nvCxnSpPr>
        <p:spPr>
          <a:xfrm>
            <a:off x="8491747" y="2294851"/>
            <a:ext cx="434305" cy="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直線矢印コネクタ 24">
            <a:extLst>
              <a:ext uri="{FF2B5EF4-FFF2-40B4-BE49-F238E27FC236}">
                <a16:creationId xmlns:a16="http://schemas.microsoft.com/office/drawing/2014/main" id="{BE01EEE6-8AE7-492A-E8FE-D821F522C8A9}"/>
              </a:ext>
            </a:extLst>
          </p:cNvPr>
          <p:cNvCxnSpPr/>
          <p:nvPr/>
        </p:nvCxnSpPr>
        <p:spPr>
          <a:xfrm flipV="1">
            <a:off x="8610345" y="2092732"/>
            <a:ext cx="0" cy="36000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0" name="グループ化 9">
            <a:extLst>
              <a:ext uri="{FF2B5EF4-FFF2-40B4-BE49-F238E27FC236}">
                <a16:creationId xmlns:a16="http://schemas.microsoft.com/office/drawing/2014/main" id="{F4638424-632A-64E1-6DAF-1B57F4936286}"/>
              </a:ext>
            </a:extLst>
          </p:cNvPr>
          <p:cNvGrpSpPr/>
          <p:nvPr/>
        </p:nvGrpSpPr>
        <p:grpSpPr>
          <a:xfrm>
            <a:off x="9787091" y="3530138"/>
            <a:ext cx="434305" cy="386815"/>
            <a:chOff x="4483739" y="3530138"/>
            <a:chExt cx="434305" cy="386815"/>
          </a:xfrm>
        </p:grpSpPr>
        <p:cxnSp>
          <p:nvCxnSpPr>
            <p:cNvPr id="26" name="直線コネクタ 25">
              <a:extLst>
                <a:ext uri="{FF2B5EF4-FFF2-40B4-BE49-F238E27FC236}">
                  <a16:creationId xmlns:a16="http://schemas.microsoft.com/office/drawing/2014/main" id="{14288D31-B4F5-DCAC-A070-25769B2BC391}"/>
                </a:ext>
              </a:extLst>
            </p:cNvPr>
            <p:cNvCxnSpPr>
              <a:cxnSpLocks/>
            </p:cNvCxnSpPr>
            <p:nvPr/>
          </p:nvCxnSpPr>
          <p:spPr>
            <a:xfrm>
              <a:off x="4483739" y="3732257"/>
              <a:ext cx="434305" cy="0"/>
            </a:xfrm>
            <a:prstGeom prst="line">
              <a:avLst/>
            </a:prstGeom>
            <a:ln w="5715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直線矢印コネクタ 26">
              <a:extLst>
                <a:ext uri="{FF2B5EF4-FFF2-40B4-BE49-F238E27FC236}">
                  <a16:creationId xmlns:a16="http://schemas.microsoft.com/office/drawing/2014/main" id="{5A8FEFD8-5FE3-AF51-C04D-A2617872BC8E}"/>
                </a:ext>
              </a:extLst>
            </p:cNvPr>
            <p:cNvCxnSpPr/>
            <p:nvPr/>
          </p:nvCxnSpPr>
          <p:spPr>
            <a:xfrm flipV="1">
              <a:off x="4602337" y="3530138"/>
              <a:ext cx="0" cy="36000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直線矢印コネクタ 27">
              <a:extLst>
                <a:ext uri="{FF2B5EF4-FFF2-40B4-BE49-F238E27FC236}">
                  <a16:creationId xmlns:a16="http://schemas.microsoft.com/office/drawing/2014/main" id="{19514703-DBAB-AE43-77AD-D2CF91927E3A}"/>
                </a:ext>
              </a:extLst>
            </p:cNvPr>
            <p:cNvCxnSpPr>
              <a:cxnSpLocks/>
            </p:cNvCxnSpPr>
            <p:nvPr/>
          </p:nvCxnSpPr>
          <p:spPr>
            <a:xfrm>
              <a:off x="4779956" y="3556953"/>
              <a:ext cx="0" cy="360000"/>
            </a:xfrm>
            <a:prstGeom prst="straightConnector1">
              <a:avLst/>
            </a:prstGeom>
            <a:ln w="38100">
              <a:solidFill>
                <a:srgbClr val="FF0000"/>
              </a:solidFill>
              <a:prstDash val="sysDot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29" name="直線コネクタ 28">
            <a:extLst>
              <a:ext uri="{FF2B5EF4-FFF2-40B4-BE49-F238E27FC236}">
                <a16:creationId xmlns:a16="http://schemas.microsoft.com/office/drawing/2014/main" id="{205ECF90-C26E-37B4-0F6B-7FEBA558614D}"/>
              </a:ext>
            </a:extLst>
          </p:cNvPr>
          <p:cNvCxnSpPr>
            <a:cxnSpLocks/>
          </p:cNvCxnSpPr>
          <p:nvPr/>
        </p:nvCxnSpPr>
        <p:spPr>
          <a:xfrm>
            <a:off x="9205147" y="2294851"/>
            <a:ext cx="434305" cy="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直線矢印コネクタ 29">
            <a:extLst>
              <a:ext uri="{FF2B5EF4-FFF2-40B4-BE49-F238E27FC236}">
                <a16:creationId xmlns:a16="http://schemas.microsoft.com/office/drawing/2014/main" id="{BD31DB17-B5FB-8D5E-37B8-ABC9C0D84D97}"/>
              </a:ext>
            </a:extLst>
          </p:cNvPr>
          <p:cNvCxnSpPr/>
          <p:nvPr/>
        </p:nvCxnSpPr>
        <p:spPr>
          <a:xfrm flipV="1">
            <a:off x="9323745" y="2092732"/>
            <a:ext cx="0" cy="36000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直線コネクタ 30">
            <a:extLst>
              <a:ext uri="{FF2B5EF4-FFF2-40B4-BE49-F238E27FC236}">
                <a16:creationId xmlns:a16="http://schemas.microsoft.com/office/drawing/2014/main" id="{1B0D19AA-A079-3DF2-4E03-5D83066A54DA}"/>
              </a:ext>
            </a:extLst>
          </p:cNvPr>
          <p:cNvCxnSpPr>
            <a:cxnSpLocks/>
          </p:cNvCxnSpPr>
          <p:nvPr/>
        </p:nvCxnSpPr>
        <p:spPr>
          <a:xfrm>
            <a:off x="9471384" y="1658067"/>
            <a:ext cx="434305" cy="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直線矢印コネクタ 31">
            <a:extLst>
              <a:ext uri="{FF2B5EF4-FFF2-40B4-BE49-F238E27FC236}">
                <a16:creationId xmlns:a16="http://schemas.microsoft.com/office/drawing/2014/main" id="{6FCF37CF-89FC-2BC4-B0F4-04A45FF4888D}"/>
              </a:ext>
            </a:extLst>
          </p:cNvPr>
          <p:cNvCxnSpPr/>
          <p:nvPr/>
        </p:nvCxnSpPr>
        <p:spPr>
          <a:xfrm flipV="1">
            <a:off x="9589982" y="1455948"/>
            <a:ext cx="0" cy="36000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直線コネクタ 32">
            <a:extLst>
              <a:ext uri="{FF2B5EF4-FFF2-40B4-BE49-F238E27FC236}">
                <a16:creationId xmlns:a16="http://schemas.microsoft.com/office/drawing/2014/main" id="{5666223E-A1FD-32AF-9E6C-E1E2C9FA81E7}"/>
              </a:ext>
            </a:extLst>
          </p:cNvPr>
          <p:cNvCxnSpPr>
            <a:cxnSpLocks/>
          </p:cNvCxnSpPr>
          <p:nvPr/>
        </p:nvCxnSpPr>
        <p:spPr>
          <a:xfrm>
            <a:off x="9787091" y="2294851"/>
            <a:ext cx="434305" cy="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直線矢印コネクタ 33">
            <a:extLst>
              <a:ext uri="{FF2B5EF4-FFF2-40B4-BE49-F238E27FC236}">
                <a16:creationId xmlns:a16="http://schemas.microsoft.com/office/drawing/2014/main" id="{67402B32-5ACF-4896-2ABC-230DC67E4C4B}"/>
              </a:ext>
            </a:extLst>
          </p:cNvPr>
          <p:cNvCxnSpPr/>
          <p:nvPr/>
        </p:nvCxnSpPr>
        <p:spPr>
          <a:xfrm flipV="1">
            <a:off x="9905689" y="2092732"/>
            <a:ext cx="0" cy="36000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直線コネクタ 34">
            <a:extLst>
              <a:ext uri="{FF2B5EF4-FFF2-40B4-BE49-F238E27FC236}">
                <a16:creationId xmlns:a16="http://schemas.microsoft.com/office/drawing/2014/main" id="{69268BA9-5D52-A55D-2026-776B0D38B2A2}"/>
              </a:ext>
            </a:extLst>
          </p:cNvPr>
          <p:cNvCxnSpPr>
            <a:cxnSpLocks/>
          </p:cNvCxnSpPr>
          <p:nvPr/>
        </p:nvCxnSpPr>
        <p:spPr>
          <a:xfrm>
            <a:off x="10053328" y="1658067"/>
            <a:ext cx="434305" cy="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直線コネクタ 35">
            <a:extLst>
              <a:ext uri="{FF2B5EF4-FFF2-40B4-BE49-F238E27FC236}">
                <a16:creationId xmlns:a16="http://schemas.microsoft.com/office/drawing/2014/main" id="{80625AE1-570F-FCCA-E59B-E7FF509EED90}"/>
              </a:ext>
            </a:extLst>
          </p:cNvPr>
          <p:cNvCxnSpPr>
            <a:cxnSpLocks/>
          </p:cNvCxnSpPr>
          <p:nvPr/>
        </p:nvCxnSpPr>
        <p:spPr>
          <a:xfrm>
            <a:off x="10369035" y="2294851"/>
            <a:ext cx="434305" cy="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直線矢印コネクタ 36">
            <a:extLst>
              <a:ext uri="{FF2B5EF4-FFF2-40B4-BE49-F238E27FC236}">
                <a16:creationId xmlns:a16="http://schemas.microsoft.com/office/drawing/2014/main" id="{A70CB33B-B37F-8419-270B-B4F2DB83350D}"/>
              </a:ext>
            </a:extLst>
          </p:cNvPr>
          <p:cNvCxnSpPr/>
          <p:nvPr/>
        </p:nvCxnSpPr>
        <p:spPr>
          <a:xfrm flipV="1">
            <a:off x="10487633" y="2092732"/>
            <a:ext cx="0" cy="36000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38" name="グループ化 37">
            <a:extLst>
              <a:ext uri="{FF2B5EF4-FFF2-40B4-BE49-F238E27FC236}">
                <a16:creationId xmlns:a16="http://schemas.microsoft.com/office/drawing/2014/main" id="{9EE051E7-AFDE-0531-D404-4E3E74787B39}"/>
              </a:ext>
            </a:extLst>
          </p:cNvPr>
          <p:cNvGrpSpPr/>
          <p:nvPr/>
        </p:nvGrpSpPr>
        <p:grpSpPr>
          <a:xfrm>
            <a:off x="2457507" y="3530138"/>
            <a:ext cx="434305" cy="386815"/>
            <a:chOff x="2457035" y="2715378"/>
            <a:chExt cx="434305" cy="386815"/>
          </a:xfrm>
        </p:grpSpPr>
        <p:cxnSp>
          <p:nvCxnSpPr>
            <p:cNvPr id="39" name="直線コネクタ 38">
              <a:extLst>
                <a:ext uri="{FF2B5EF4-FFF2-40B4-BE49-F238E27FC236}">
                  <a16:creationId xmlns:a16="http://schemas.microsoft.com/office/drawing/2014/main" id="{92944839-032B-C926-CAA4-89562B6E6C54}"/>
                </a:ext>
              </a:extLst>
            </p:cNvPr>
            <p:cNvCxnSpPr>
              <a:cxnSpLocks/>
            </p:cNvCxnSpPr>
            <p:nvPr/>
          </p:nvCxnSpPr>
          <p:spPr>
            <a:xfrm>
              <a:off x="2457035" y="2917497"/>
              <a:ext cx="434305" cy="0"/>
            </a:xfrm>
            <a:prstGeom prst="line">
              <a:avLst/>
            </a:prstGeom>
            <a:ln w="5715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直線矢印コネクタ 39">
              <a:extLst>
                <a:ext uri="{FF2B5EF4-FFF2-40B4-BE49-F238E27FC236}">
                  <a16:creationId xmlns:a16="http://schemas.microsoft.com/office/drawing/2014/main" id="{90BF8B18-D520-A4EC-F2F4-F475CB3A3D7E}"/>
                </a:ext>
              </a:extLst>
            </p:cNvPr>
            <p:cNvCxnSpPr/>
            <p:nvPr/>
          </p:nvCxnSpPr>
          <p:spPr>
            <a:xfrm flipV="1">
              <a:off x="2575633" y="2715378"/>
              <a:ext cx="0" cy="36000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直線矢印コネクタ 40">
              <a:extLst>
                <a:ext uri="{FF2B5EF4-FFF2-40B4-BE49-F238E27FC236}">
                  <a16:creationId xmlns:a16="http://schemas.microsoft.com/office/drawing/2014/main" id="{88024223-7A4A-48F9-F025-874DD426A2F5}"/>
                </a:ext>
              </a:extLst>
            </p:cNvPr>
            <p:cNvCxnSpPr>
              <a:cxnSpLocks/>
            </p:cNvCxnSpPr>
            <p:nvPr/>
          </p:nvCxnSpPr>
          <p:spPr>
            <a:xfrm>
              <a:off x="2753252" y="2742193"/>
              <a:ext cx="0" cy="36000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51" name="直線コネクタ 50">
            <a:extLst>
              <a:ext uri="{FF2B5EF4-FFF2-40B4-BE49-F238E27FC236}">
                <a16:creationId xmlns:a16="http://schemas.microsoft.com/office/drawing/2014/main" id="{4BE61CF8-AE97-1DA3-A5B4-78F35503EA7C}"/>
              </a:ext>
            </a:extLst>
          </p:cNvPr>
          <p:cNvCxnSpPr>
            <a:cxnSpLocks/>
          </p:cNvCxnSpPr>
          <p:nvPr/>
        </p:nvCxnSpPr>
        <p:spPr>
          <a:xfrm>
            <a:off x="1875563" y="2480993"/>
            <a:ext cx="434305" cy="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直線矢印コネクタ 51">
            <a:extLst>
              <a:ext uri="{FF2B5EF4-FFF2-40B4-BE49-F238E27FC236}">
                <a16:creationId xmlns:a16="http://schemas.microsoft.com/office/drawing/2014/main" id="{EF3D94D1-18B3-8C45-6205-5A6FDB014356}"/>
              </a:ext>
            </a:extLst>
          </p:cNvPr>
          <p:cNvCxnSpPr/>
          <p:nvPr/>
        </p:nvCxnSpPr>
        <p:spPr>
          <a:xfrm flipV="1">
            <a:off x="1994161" y="2278874"/>
            <a:ext cx="0" cy="36000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直線コネクタ 52">
            <a:extLst>
              <a:ext uri="{FF2B5EF4-FFF2-40B4-BE49-F238E27FC236}">
                <a16:creationId xmlns:a16="http://schemas.microsoft.com/office/drawing/2014/main" id="{1E3C30D9-3595-C86A-5889-C35433AFB066}"/>
              </a:ext>
            </a:extLst>
          </p:cNvPr>
          <p:cNvCxnSpPr>
            <a:cxnSpLocks/>
          </p:cNvCxnSpPr>
          <p:nvPr/>
        </p:nvCxnSpPr>
        <p:spPr>
          <a:xfrm>
            <a:off x="2141800" y="1860186"/>
            <a:ext cx="434305" cy="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直線コネクタ 53">
            <a:extLst>
              <a:ext uri="{FF2B5EF4-FFF2-40B4-BE49-F238E27FC236}">
                <a16:creationId xmlns:a16="http://schemas.microsoft.com/office/drawing/2014/main" id="{F98288C9-CC93-8FCA-A73D-0F64D54F670C}"/>
              </a:ext>
            </a:extLst>
          </p:cNvPr>
          <p:cNvCxnSpPr>
            <a:cxnSpLocks/>
          </p:cNvCxnSpPr>
          <p:nvPr/>
        </p:nvCxnSpPr>
        <p:spPr>
          <a:xfrm>
            <a:off x="2457507" y="2480993"/>
            <a:ext cx="434305" cy="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直線矢印コネクタ 54">
            <a:extLst>
              <a:ext uri="{FF2B5EF4-FFF2-40B4-BE49-F238E27FC236}">
                <a16:creationId xmlns:a16="http://schemas.microsoft.com/office/drawing/2014/main" id="{DD16D014-C946-702C-0CCB-499D082F5866}"/>
              </a:ext>
            </a:extLst>
          </p:cNvPr>
          <p:cNvCxnSpPr/>
          <p:nvPr/>
        </p:nvCxnSpPr>
        <p:spPr>
          <a:xfrm flipV="1">
            <a:off x="2576105" y="2278874"/>
            <a:ext cx="0" cy="36000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直線コネクタ 55">
            <a:extLst>
              <a:ext uri="{FF2B5EF4-FFF2-40B4-BE49-F238E27FC236}">
                <a16:creationId xmlns:a16="http://schemas.microsoft.com/office/drawing/2014/main" id="{14363AC2-006B-CE78-785D-3BDA21AEE5DB}"/>
              </a:ext>
            </a:extLst>
          </p:cNvPr>
          <p:cNvCxnSpPr>
            <a:cxnSpLocks/>
          </p:cNvCxnSpPr>
          <p:nvPr/>
        </p:nvCxnSpPr>
        <p:spPr>
          <a:xfrm>
            <a:off x="2723744" y="1860186"/>
            <a:ext cx="434305" cy="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直線コネクタ 56">
            <a:extLst>
              <a:ext uri="{FF2B5EF4-FFF2-40B4-BE49-F238E27FC236}">
                <a16:creationId xmlns:a16="http://schemas.microsoft.com/office/drawing/2014/main" id="{50F5DDB8-6C4F-DE8A-A772-BAC2E036D138}"/>
              </a:ext>
            </a:extLst>
          </p:cNvPr>
          <p:cNvCxnSpPr>
            <a:cxnSpLocks/>
          </p:cNvCxnSpPr>
          <p:nvPr/>
        </p:nvCxnSpPr>
        <p:spPr>
          <a:xfrm>
            <a:off x="3039451" y="2480993"/>
            <a:ext cx="434305" cy="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直線矢印コネクタ 57">
            <a:extLst>
              <a:ext uri="{FF2B5EF4-FFF2-40B4-BE49-F238E27FC236}">
                <a16:creationId xmlns:a16="http://schemas.microsoft.com/office/drawing/2014/main" id="{1E6C4731-273C-88B3-E8AC-B26B2BC1F0C4}"/>
              </a:ext>
            </a:extLst>
          </p:cNvPr>
          <p:cNvCxnSpPr/>
          <p:nvPr/>
        </p:nvCxnSpPr>
        <p:spPr>
          <a:xfrm flipV="1">
            <a:off x="3158049" y="2278874"/>
            <a:ext cx="0" cy="36000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8" name="グループ化 7">
            <a:extLst>
              <a:ext uri="{FF2B5EF4-FFF2-40B4-BE49-F238E27FC236}">
                <a16:creationId xmlns:a16="http://schemas.microsoft.com/office/drawing/2014/main" id="{0803002F-20B4-C793-A7C7-E23E3C8C1951}"/>
              </a:ext>
            </a:extLst>
          </p:cNvPr>
          <p:cNvGrpSpPr/>
          <p:nvPr/>
        </p:nvGrpSpPr>
        <p:grpSpPr>
          <a:xfrm>
            <a:off x="4325618" y="3530138"/>
            <a:ext cx="434305" cy="386815"/>
            <a:chOff x="9800585" y="3530138"/>
            <a:chExt cx="434305" cy="386815"/>
          </a:xfrm>
        </p:grpSpPr>
        <p:cxnSp>
          <p:nvCxnSpPr>
            <p:cNvPr id="59" name="直線コネクタ 58">
              <a:extLst>
                <a:ext uri="{FF2B5EF4-FFF2-40B4-BE49-F238E27FC236}">
                  <a16:creationId xmlns:a16="http://schemas.microsoft.com/office/drawing/2014/main" id="{1266B5A2-8BDE-469B-27E6-40226F879B0B}"/>
                </a:ext>
              </a:extLst>
            </p:cNvPr>
            <p:cNvCxnSpPr>
              <a:cxnSpLocks/>
            </p:cNvCxnSpPr>
            <p:nvPr/>
          </p:nvCxnSpPr>
          <p:spPr>
            <a:xfrm>
              <a:off x="9800585" y="3732257"/>
              <a:ext cx="434305" cy="0"/>
            </a:xfrm>
            <a:prstGeom prst="line">
              <a:avLst/>
            </a:prstGeom>
            <a:ln w="5715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直線矢印コネクタ 59">
              <a:extLst>
                <a:ext uri="{FF2B5EF4-FFF2-40B4-BE49-F238E27FC236}">
                  <a16:creationId xmlns:a16="http://schemas.microsoft.com/office/drawing/2014/main" id="{E547CD68-42B3-06F6-FE57-D48BB9E91B64}"/>
                </a:ext>
              </a:extLst>
            </p:cNvPr>
            <p:cNvCxnSpPr/>
            <p:nvPr/>
          </p:nvCxnSpPr>
          <p:spPr>
            <a:xfrm flipV="1">
              <a:off x="9919183" y="3530138"/>
              <a:ext cx="0" cy="36000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直線矢印コネクタ 60">
              <a:extLst>
                <a:ext uri="{FF2B5EF4-FFF2-40B4-BE49-F238E27FC236}">
                  <a16:creationId xmlns:a16="http://schemas.microsoft.com/office/drawing/2014/main" id="{6FA4EE2E-9151-5D12-73E6-3D636EEC514F}"/>
                </a:ext>
              </a:extLst>
            </p:cNvPr>
            <p:cNvCxnSpPr>
              <a:cxnSpLocks/>
            </p:cNvCxnSpPr>
            <p:nvPr/>
          </p:nvCxnSpPr>
          <p:spPr>
            <a:xfrm>
              <a:off x="10096802" y="3556953"/>
              <a:ext cx="0" cy="360000"/>
            </a:xfrm>
            <a:prstGeom prst="straightConnector1">
              <a:avLst/>
            </a:prstGeom>
            <a:ln w="38100">
              <a:solidFill>
                <a:srgbClr val="FF0000"/>
              </a:solidFill>
              <a:prstDash val="sysDot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62" name="直線コネクタ 61">
            <a:extLst>
              <a:ext uri="{FF2B5EF4-FFF2-40B4-BE49-F238E27FC236}">
                <a16:creationId xmlns:a16="http://schemas.microsoft.com/office/drawing/2014/main" id="{08320EF0-DAC6-C7D8-E45E-67266CDFFE00}"/>
              </a:ext>
            </a:extLst>
          </p:cNvPr>
          <p:cNvCxnSpPr>
            <a:cxnSpLocks/>
          </p:cNvCxnSpPr>
          <p:nvPr/>
        </p:nvCxnSpPr>
        <p:spPr>
          <a:xfrm>
            <a:off x="3743674" y="2480993"/>
            <a:ext cx="434305" cy="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直線矢印コネクタ 62">
            <a:extLst>
              <a:ext uri="{FF2B5EF4-FFF2-40B4-BE49-F238E27FC236}">
                <a16:creationId xmlns:a16="http://schemas.microsoft.com/office/drawing/2014/main" id="{A30FE2E6-8641-D09D-9F60-8DA33B0A1883}"/>
              </a:ext>
            </a:extLst>
          </p:cNvPr>
          <p:cNvCxnSpPr/>
          <p:nvPr/>
        </p:nvCxnSpPr>
        <p:spPr>
          <a:xfrm flipV="1">
            <a:off x="3862272" y="2278874"/>
            <a:ext cx="0" cy="36000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直線コネクタ 63">
            <a:extLst>
              <a:ext uri="{FF2B5EF4-FFF2-40B4-BE49-F238E27FC236}">
                <a16:creationId xmlns:a16="http://schemas.microsoft.com/office/drawing/2014/main" id="{83FEADBD-D0F2-89F0-B217-5961E2717434}"/>
              </a:ext>
            </a:extLst>
          </p:cNvPr>
          <p:cNvCxnSpPr>
            <a:cxnSpLocks/>
          </p:cNvCxnSpPr>
          <p:nvPr/>
        </p:nvCxnSpPr>
        <p:spPr>
          <a:xfrm>
            <a:off x="4009911" y="1860186"/>
            <a:ext cx="434305" cy="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直線矢印コネクタ 64">
            <a:extLst>
              <a:ext uri="{FF2B5EF4-FFF2-40B4-BE49-F238E27FC236}">
                <a16:creationId xmlns:a16="http://schemas.microsoft.com/office/drawing/2014/main" id="{BFD50DA0-C6E6-4A84-2483-C2AABB30EDEF}"/>
              </a:ext>
            </a:extLst>
          </p:cNvPr>
          <p:cNvCxnSpPr/>
          <p:nvPr/>
        </p:nvCxnSpPr>
        <p:spPr>
          <a:xfrm flipV="1">
            <a:off x="4128509" y="1658067"/>
            <a:ext cx="0" cy="36000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直線コネクタ 65">
            <a:extLst>
              <a:ext uri="{FF2B5EF4-FFF2-40B4-BE49-F238E27FC236}">
                <a16:creationId xmlns:a16="http://schemas.microsoft.com/office/drawing/2014/main" id="{E72D785B-11B6-0C6F-853C-71DE0EB55227}"/>
              </a:ext>
            </a:extLst>
          </p:cNvPr>
          <p:cNvCxnSpPr>
            <a:cxnSpLocks/>
          </p:cNvCxnSpPr>
          <p:nvPr/>
        </p:nvCxnSpPr>
        <p:spPr>
          <a:xfrm>
            <a:off x="4325618" y="2480993"/>
            <a:ext cx="434305" cy="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直線矢印コネクタ 66">
            <a:extLst>
              <a:ext uri="{FF2B5EF4-FFF2-40B4-BE49-F238E27FC236}">
                <a16:creationId xmlns:a16="http://schemas.microsoft.com/office/drawing/2014/main" id="{98D981D4-0109-8D27-4BEC-EB3698E482D0}"/>
              </a:ext>
            </a:extLst>
          </p:cNvPr>
          <p:cNvCxnSpPr/>
          <p:nvPr/>
        </p:nvCxnSpPr>
        <p:spPr>
          <a:xfrm flipV="1">
            <a:off x="4444216" y="2278874"/>
            <a:ext cx="0" cy="36000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直線コネクタ 67">
            <a:extLst>
              <a:ext uri="{FF2B5EF4-FFF2-40B4-BE49-F238E27FC236}">
                <a16:creationId xmlns:a16="http://schemas.microsoft.com/office/drawing/2014/main" id="{2508A432-B741-E746-78E2-4A12DB63B55F}"/>
              </a:ext>
            </a:extLst>
          </p:cNvPr>
          <p:cNvCxnSpPr>
            <a:cxnSpLocks/>
          </p:cNvCxnSpPr>
          <p:nvPr/>
        </p:nvCxnSpPr>
        <p:spPr>
          <a:xfrm>
            <a:off x="4591855" y="1860186"/>
            <a:ext cx="434305" cy="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直線コネクタ 68">
            <a:extLst>
              <a:ext uri="{FF2B5EF4-FFF2-40B4-BE49-F238E27FC236}">
                <a16:creationId xmlns:a16="http://schemas.microsoft.com/office/drawing/2014/main" id="{95974A99-40DC-EAFE-E993-9B1FD890124C}"/>
              </a:ext>
            </a:extLst>
          </p:cNvPr>
          <p:cNvCxnSpPr>
            <a:cxnSpLocks/>
          </p:cNvCxnSpPr>
          <p:nvPr/>
        </p:nvCxnSpPr>
        <p:spPr>
          <a:xfrm>
            <a:off x="4907562" y="2480993"/>
            <a:ext cx="434305" cy="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直線矢印コネクタ 69">
            <a:extLst>
              <a:ext uri="{FF2B5EF4-FFF2-40B4-BE49-F238E27FC236}">
                <a16:creationId xmlns:a16="http://schemas.microsoft.com/office/drawing/2014/main" id="{CE64118F-572F-092F-F98A-06E7B114E827}"/>
              </a:ext>
            </a:extLst>
          </p:cNvPr>
          <p:cNvCxnSpPr/>
          <p:nvPr/>
        </p:nvCxnSpPr>
        <p:spPr>
          <a:xfrm flipV="1">
            <a:off x="5026160" y="2278874"/>
            <a:ext cx="0" cy="36000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1" name="テキスト ボックス 70">
            <a:extLst>
              <a:ext uri="{FF2B5EF4-FFF2-40B4-BE49-F238E27FC236}">
                <a16:creationId xmlns:a16="http://schemas.microsoft.com/office/drawing/2014/main" id="{AD7A8CE3-B5AB-EEDF-2EA9-EB867173AED7}"/>
              </a:ext>
            </a:extLst>
          </p:cNvPr>
          <p:cNvSpPr txBox="1"/>
          <p:nvPr/>
        </p:nvSpPr>
        <p:spPr>
          <a:xfrm>
            <a:off x="7817379" y="4691133"/>
            <a:ext cx="268374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800" b="1" dirty="0">
                <a:latin typeface="Arial" panose="020B0604020202020204" pitchFamily="34" charset="0"/>
                <a:cs typeface="Arial" panose="020B0604020202020204" pitchFamily="34" charset="0"/>
              </a:rPr>
              <a:t>Na</a:t>
            </a:r>
            <a:r>
              <a:rPr kumimoji="1" lang="en-US" altLang="ja-JP" sz="2800" b="1" baseline="30000" dirty="0">
                <a:latin typeface="Arial" panose="020B0604020202020204" pitchFamily="34" charset="0"/>
                <a:cs typeface="Arial" panose="020B0604020202020204" pitchFamily="34" charset="0"/>
              </a:rPr>
              <a:t>+</a:t>
            </a:r>
            <a:r>
              <a:rPr kumimoji="1" lang="en-US" altLang="ja-JP" sz="2800" b="1" dirty="0">
                <a:latin typeface="Arial" panose="020B0604020202020204" pitchFamily="34" charset="0"/>
                <a:cs typeface="Arial" panose="020B0604020202020204" pitchFamily="34" charset="0"/>
              </a:rPr>
              <a:t> electrolyte</a:t>
            </a:r>
            <a:endParaRPr kumimoji="1" lang="ja-JP" altLang="en-US" sz="28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2" name="テキスト ボックス 71">
            <a:extLst>
              <a:ext uri="{FF2B5EF4-FFF2-40B4-BE49-F238E27FC236}">
                <a16:creationId xmlns:a16="http://schemas.microsoft.com/office/drawing/2014/main" id="{F036514E-D77C-735A-5845-8908892B5480}"/>
              </a:ext>
            </a:extLst>
          </p:cNvPr>
          <p:cNvSpPr txBox="1"/>
          <p:nvPr/>
        </p:nvSpPr>
        <p:spPr>
          <a:xfrm>
            <a:off x="2524225" y="4691133"/>
            <a:ext cx="248337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800" b="1" dirty="0">
                <a:latin typeface="Arial" panose="020B0604020202020204" pitchFamily="34" charset="0"/>
                <a:cs typeface="Arial" panose="020B0604020202020204" pitchFamily="34" charset="0"/>
              </a:rPr>
              <a:t>K</a:t>
            </a:r>
            <a:r>
              <a:rPr kumimoji="1" lang="en-US" altLang="ja-JP" sz="2800" b="1" baseline="30000" dirty="0">
                <a:latin typeface="Arial" panose="020B0604020202020204" pitchFamily="34" charset="0"/>
                <a:cs typeface="Arial" panose="020B0604020202020204" pitchFamily="34" charset="0"/>
              </a:rPr>
              <a:t>+</a:t>
            </a:r>
            <a:r>
              <a:rPr kumimoji="1" lang="en-US" altLang="ja-JP" sz="28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ja-JP" sz="2800" b="1" dirty="0">
                <a:latin typeface="Arial" panose="020B0604020202020204" pitchFamily="34" charset="0"/>
                <a:cs typeface="Arial" panose="020B0604020202020204" pitchFamily="34" charset="0"/>
              </a:rPr>
              <a:t>electrolyte</a:t>
            </a:r>
            <a:endParaRPr kumimoji="1" lang="ja-JP" altLang="en-US" sz="28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73" name="直線コネクタ 72">
            <a:extLst>
              <a:ext uri="{FF2B5EF4-FFF2-40B4-BE49-F238E27FC236}">
                <a16:creationId xmlns:a16="http://schemas.microsoft.com/office/drawing/2014/main" id="{6E49DB62-D370-DED5-0342-533BCE18702D}"/>
              </a:ext>
            </a:extLst>
          </p:cNvPr>
          <p:cNvCxnSpPr>
            <a:cxnSpLocks/>
          </p:cNvCxnSpPr>
          <p:nvPr/>
        </p:nvCxnSpPr>
        <p:spPr>
          <a:xfrm>
            <a:off x="2141800" y="1658067"/>
            <a:ext cx="5436000" cy="0"/>
          </a:xfrm>
          <a:prstGeom prst="line">
            <a:avLst/>
          </a:prstGeom>
          <a:ln w="19050">
            <a:solidFill>
              <a:schemeClr val="tx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直線矢印コネクタ 73">
            <a:extLst>
              <a:ext uri="{FF2B5EF4-FFF2-40B4-BE49-F238E27FC236}">
                <a16:creationId xmlns:a16="http://schemas.microsoft.com/office/drawing/2014/main" id="{65C97C67-21DA-625B-4F6D-17562B3E4CBA}"/>
              </a:ext>
            </a:extLst>
          </p:cNvPr>
          <p:cNvCxnSpPr>
            <a:cxnSpLocks/>
          </p:cNvCxnSpPr>
          <p:nvPr/>
        </p:nvCxnSpPr>
        <p:spPr>
          <a:xfrm>
            <a:off x="5073028" y="1668492"/>
            <a:ext cx="0" cy="216000"/>
          </a:xfrm>
          <a:prstGeom prst="straightConnector1">
            <a:avLst/>
          </a:prstGeom>
          <a:ln w="38100" cmpd="dbl">
            <a:solidFill>
              <a:srgbClr val="0070C0"/>
            </a:solidFill>
            <a:tailEnd type="arrow" w="med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5" name="テキスト ボックス 74">
            <a:extLst>
              <a:ext uri="{FF2B5EF4-FFF2-40B4-BE49-F238E27FC236}">
                <a16:creationId xmlns:a16="http://schemas.microsoft.com/office/drawing/2014/main" id="{D3ADD672-06C3-6B1D-2CD8-156EB9AA70BC}"/>
              </a:ext>
            </a:extLst>
          </p:cNvPr>
          <p:cNvSpPr txBox="1"/>
          <p:nvPr/>
        </p:nvSpPr>
        <p:spPr>
          <a:xfrm>
            <a:off x="5096058" y="1680395"/>
            <a:ext cx="11464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>
                <a:solidFill>
                  <a:srgbClr val="42668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stabilized</a:t>
            </a:r>
            <a:endParaRPr kumimoji="1" lang="ja-JP" altLang="en-US" dirty="0">
              <a:solidFill>
                <a:srgbClr val="42668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8" name="テキスト ボックス 77">
            <a:extLst>
              <a:ext uri="{FF2B5EF4-FFF2-40B4-BE49-F238E27FC236}">
                <a16:creationId xmlns:a16="http://schemas.microsoft.com/office/drawing/2014/main" id="{00C25F42-1AE2-D1DE-8BC3-B3336CE1A193}"/>
              </a:ext>
            </a:extLst>
          </p:cNvPr>
          <p:cNvSpPr txBox="1"/>
          <p:nvPr/>
        </p:nvSpPr>
        <p:spPr>
          <a:xfrm>
            <a:off x="2152131" y="4083396"/>
            <a:ext cx="130035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000" dirty="0">
                <a:latin typeface="Arial" panose="020B0604020202020204" pitchFamily="34" charset="0"/>
                <a:ea typeface="Arial Unicode MS" panose="020B0604020202020204" pitchFamily="50" charset="-128"/>
                <a:cs typeface="Arial" panose="020B0604020202020204" pitchFamily="34" charset="0"/>
              </a:rPr>
              <a:t>Mn(IV)=O</a:t>
            </a:r>
          </a:p>
        </p:txBody>
      </p:sp>
      <p:sp>
        <p:nvSpPr>
          <p:cNvPr id="79" name="テキスト ボックス 78">
            <a:extLst>
              <a:ext uri="{FF2B5EF4-FFF2-40B4-BE49-F238E27FC236}">
                <a16:creationId xmlns:a16="http://schemas.microsoft.com/office/drawing/2014/main" id="{91083C10-4E6E-1510-9851-09B07986D07A}"/>
              </a:ext>
            </a:extLst>
          </p:cNvPr>
          <p:cNvSpPr txBox="1"/>
          <p:nvPr/>
        </p:nvSpPr>
        <p:spPr>
          <a:xfrm>
            <a:off x="3974061" y="4083396"/>
            <a:ext cx="129554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000" dirty="0">
                <a:latin typeface="Arial" panose="020B0604020202020204" pitchFamily="34" charset="0"/>
                <a:ea typeface="Arial Unicode MS" panose="020B0604020202020204" pitchFamily="50" charset="-128"/>
                <a:cs typeface="Arial" panose="020B0604020202020204" pitchFamily="34" charset="0"/>
              </a:rPr>
              <a:t>Mn(III)-O•</a:t>
            </a:r>
          </a:p>
        </p:txBody>
      </p:sp>
      <p:cxnSp>
        <p:nvCxnSpPr>
          <p:cNvPr id="80" name="直線矢印コネクタ 79">
            <a:extLst>
              <a:ext uri="{FF2B5EF4-FFF2-40B4-BE49-F238E27FC236}">
                <a16:creationId xmlns:a16="http://schemas.microsoft.com/office/drawing/2014/main" id="{FDC048C2-235F-708B-A42D-2828905AA92A}"/>
              </a:ext>
            </a:extLst>
          </p:cNvPr>
          <p:cNvCxnSpPr>
            <a:cxnSpLocks/>
          </p:cNvCxnSpPr>
          <p:nvPr/>
        </p:nvCxnSpPr>
        <p:spPr>
          <a:xfrm>
            <a:off x="3465852" y="4283451"/>
            <a:ext cx="494974" cy="0"/>
          </a:xfrm>
          <a:prstGeom prst="straightConnector1">
            <a:avLst/>
          </a:prstGeom>
          <a:ln w="44450">
            <a:solidFill>
              <a:schemeClr val="tx1"/>
            </a:solidFill>
            <a:headEnd type="triangl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C048962F-6CE5-1386-7D35-36D5B97CA299}"/>
              </a:ext>
            </a:extLst>
          </p:cNvPr>
          <p:cNvSpPr txBox="1"/>
          <p:nvPr/>
        </p:nvSpPr>
        <p:spPr>
          <a:xfrm>
            <a:off x="5958881" y="1989941"/>
            <a:ext cx="89639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000" dirty="0">
                <a:latin typeface="Arial" panose="020B0604020202020204" pitchFamily="34" charset="0"/>
                <a:cs typeface="Arial" panose="020B0604020202020204" pitchFamily="34" charset="0"/>
              </a:rPr>
              <a:t>Mn 3d</a:t>
            </a:r>
            <a:endParaRPr kumimoji="1" lang="ja-JP" alt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ED7DE955-DF7B-77B9-842F-E2AC7872E40C}"/>
              </a:ext>
            </a:extLst>
          </p:cNvPr>
          <p:cNvSpPr txBox="1"/>
          <p:nvPr/>
        </p:nvSpPr>
        <p:spPr>
          <a:xfrm>
            <a:off x="6037428" y="3506801"/>
            <a:ext cx="73930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000" dirty="0">
                <a:latin typeface="Arial" panose="020B0604020202020204" pitchFamily="34" charset="0"/>
                <a:cs typeface="Arial" panose="020B0604020202020204" pitchFamily="34" charset="0"/>
              </a:rPr>
              <a:t>O 2p</a:t>
            </a:r>
            <a:endParaRPr kumimoji="1" lang="ja-JP" alt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0595317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409395-5BDB-8B71-5AB5-5B568F75E4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D894AAB0-7497-3CC9-A600-371DA5372C96}"/>
              </a:ext>
            </a:extLst>
          </p:cNvPr>
          <p:cNvSpPr txBox="1"/>
          <p:nvPr/>
        </p:nvSpPr>
        <p:spPr>
          <a:xfrm>
            <a:off x="1117266" y="169613"/>
            <a:ext cx="422525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800" b="1" dirty="0">
                <a:latin typeface="Arial" panose="020B0604020202020204" pitchFamily="34" charset="0"/>
                <a:cs typeface="Arial" panose="020B0604020202020204" pitchFamily="34" charset="0"/>
              </a:rPr>
              <a:t>20250221 10:11</a:t>
            </a:r>
            <a:r>
              <a:rPr kumimoji="1" lang="ja-JP" altLang="en-US" sz="2800" b="1" dirty="0">
                <a:latin typeface="Arial" panose="020B0604020202020204" pitchFamily="34" charset="0"/>
                <a:cs typeface="Arial" panose="020B0604020202020204" pitchFamily="34" charset="0"/>
              </a:rPr>
              <a:t>大岡作成</a:t>
            </a:r>
          </a:p>
        </p:txBody>
      </p:sp>
      <p:grpSp>
        <p:nvGrpSpPr>
          <p:cNvPr id="4" name="グループ化 3">
            <a:extLst>
              <a:ext uri="{FF2B5EF4-FFF2-40B4-BE49-F238E27FC236}">
                <a16:creationId xmlns:a16="http://schemas.microsoft.com/office/drawing/2014/main" id="{B77AB553-6C87-C954-963E-5378BD597F1F}"/>
              </a:ext>
            </a:extLst>
          </p:cNvPr>
          <p:cNvGrpSpPr/>
          <p:nvPr/>
        </p:nvGrpSpPr>
        <p:grpSpPr>
          <a:xfrm>
            <a:off x="7909803" y="3870791"/>
            <a:ext cx="434305" cy="386815"/>
            <a:chOff x="2457035" y="2715378"/>
            <a:chExt cx="434305" cy="386815"/>
          </a:xfrm>
        </p:grpSpPr>
        <p:cxnSp>
          <p:nvCxnSpPr>
            <p:cNvPr id="5" name="直線コネクタ 4">
              <a:extLst>
                <a:ext uri="{FF2B5EF4-FFF2-40B4-BE49-F238E27FC236}">
                  <a16:creationId xmlns:a16="http://schemas.microsoft.com/office/drawing/2014/main" id="{F78C5054-358B-C87B-B778-4D3CBE023103}"/>
                </a:ext>
              </a:extLst>
            </p:cNvPr>
            <p:cNvCxnSpPr>
              <a:cxnSpLocks/>
            </p:cNvCxnSpPr>
            <p:nvPr/>
          </p:nvCxnSpPr>
          <p:spPr>
            <a:xfrm>
              <a:off x="2457035" y="2917497"/>
              <a:ext cx="434305" cy="0"/>
            </a:xfrm>
            <a:prstGeom prst="line">
              <a:avLst/>
            </a:prstGeom>
            <a:ln w="5715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直線矢印コネクタ 5">
              <a:extLst>
                <a:ext uri="{FF2B5EF4-FFF2-40B4-BE49-F238E27FC236}">
                  <a16:creationId xmlns:a16="http://schemas.microsoft.com/office/drawing/2014/main" id="{42977B83-54C4-F102-CC80-56D1F3F7A6D6}"/>
                </a:ext>
              </a:extLst>
            </p:cNvPr>
            <p:cNvCxnSpPr/>
            <p:nvPr/>
          </p:nvCxnSpPr>
          <p:spPr>
            <a:xfrm flipV="1">
              <a:off x="2575633" y="2715378"/>
              <a:ext cx="0" cy="36000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直線矢印コネクタ 6">
              <a:extLst>
                <a:ext uri="{FF2B5EF4-FFF2-40B4-BE49-F238E27FC236}">
                  <a16:creationId xmlns:a16="http://schemas.microsoft.com/office/drawing/2014/main" id="{CE0FC76A-9C3B-492B-8CE6-BB721A75EA2D}"/>
                </a:ext>
              </a:extLst>
            </p:cNvPr>
            <p:cNvCxnSpPr>
              <a:cxnSpLocks/>
            </p:cNvCxnSpPr>
            <p:nvPr/>
          </p:nvCxnSpPr>
          <p:spPr>
            <a:xfrm>
              <a:off x="2753252" y="2742193"/>
              <a:ext cx="0" cy="36000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ACE42B99-F52F-3876-A052-7FB2FCC2F226}"/>
              </a:ext>
            </a:extLst>
          </p:cNvPr>
          <p:cNvSpPr txBox="1"/>
          <p:nvPr/>
        </p:nvSpPr>
        <p:spPr>
          <a:xfrm>
            <a:off x="7622766" y="4424049"/>
            <a:ext cx="130035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000" dirty="0">
                <a:latin typeface="Arial" panose="020B0604020202020204" pitchFamily="34" charset="0"/>
                <a:ea typeface="Arial Unicode MS" panose="020B0604020202020204" pitchFamily="50" charset="-128"/>
                <a:cs typeface="Arial" panose="020B0604020202020204" pitchFamily="34" charset="0"/>
              </a:rPr>
              <a:t>Mn(IV)=O</a:t>
            </a:r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6A092C26-5C18-4D42-93F4-977DA096D81A}"/>
              </a:ext>
            </a:extLst>
          </p:cNvPr>
          <p:cNvSpPr txBox="1"/>
          <p:nvPr/>
        </p:nvSpPr>
        <p:spPr>
          <a:xfrm>
            <a:off x="9444696" y="4424049"/>
            <a:ext cx="129554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000" dirty="0">
                <a:latin typeface="Arial" panose="020B0604020202020204" pitchFamily="34" charset="0"/>
                <a:ea typeface="Arial Unicode MS" panose="020B0604020202020204" pitchFamily="50" charset="-128"/>
                <a:cs typeface="Arial" panose="020B0604020202020204" pitchFamily="34" charset="0"/>
              </a:rPr>
              <a:t>Mn(III)-O•</a:t>
            </a:r>
          </a:p>
        </p:txBody>
      </p:sp>
      <p:cxnSp>
        <p:nvCxnSpPr>
          <p:cNvPr id="14" name="直線矢印コネクタ 13">
            <a:extLst>
              <a:ext uri="{FF2B5EF4-FFF2-40B4-BE49-F238E27FC236}">
                <a16:creationId xmlns:a16="http://schemas.microsoft.com/office/drawing/2014/main" id="{1D27A8D0-6756-A11E-79BF-5D3303CA2E1D}"/>
              </a:ext>
            </a:extLst>
          </p:cNvPr>
          <p:cNvCxnSpPr>
            <a:cxnSpLocks/>
          </p:cNvCxnSpPr>
          <p:nvPr/>
        </p:nvCxnSpPr>
        <p:spPr>
          <a:xfrm flipV="1">
            <a:off x="1575658" y="1485983"/>
            <a:ext cx="0" cy="2576885"/>
          </a:xfrm>
          <a:prstGeom prst="straightConnector1">
            <a:avLst/>
          </a:prstGeom>
          <a:ln w="28575">
            <a:solidFill>
              <a:schemeClr val="tx1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4A957B12-0B05-F7B7-BFE7-76BEF00A3D1B}"/>
              </a:ext>
            </a:extLst>
          </p:cNvPr>
          <p:cNvSpPr txBox="1"/>
          <p:nvPr/>
        </p:nvSpPr>
        <p:spPr>
          <a:xfrm rot="16200000">
            <a:off x="381580" y="2589759"/>
            <a:ext cx="17235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dirty="0">
                <a:latin typeface="Arial" panose="020B0604020202020204" pitchFamily="34" charset="0"/>
                <a:ea typeface="Arial Unicode MS" panose="020B0604020202020204" pitchFamily="50" charset="-128"/>
                <a:cs typeface="Arial" panose="020B0604020202020204" pitchFamily="34" charset="0"/>
              </a:rPr>
              <a:t>Orbital Energy </a:t>
            </a:r>
            <a:endParaRPr kumimoji="1" lang="ja-JP" altLang="en-US" dirty="0">
              <a:latin typeface="Arial" panose="020B0604020202020204" pitchFamily="34" charset="0"/>
              <a:ea typeface="Arial Unicode MS" panose="020B0604020202020204" pitchFamily="50" charset="-128"/>
              <a:cs typeface="Arial" panose="020B0604020202020204" pitchFamily="34" charset="0"/>
            </a:endParaRPr>
          </a:p>
        </p:txBody>
      </p:sp>
      <p:cxnSp>
        <p:nvCxnSpPr>
          <p:cNvPr id="16" name="直線矢印コネクタ 15">
            <a:extLst>
              <a:ext uri="{FF2B5EF4-FFF2-40B4-BE49-F238E27FC236}">
                <a16:creationId xmlns:a16="http://schemas.microsoft.com/office/drawing/2014/main" id="{54B1EA3A-CABE-C81E-A11E-8ABBFF4842E5}"/>
              </a:ext>
            </a:extLst>
          </p:cNvPr>
          <p:cNvCxnSpPr>
            <a:cxnSpLocks/>
          </p:cNvCxnSpPr>
          <p:nvPr/>
        </p:nvCxnSpPr>
        <p:spPr>
          <a:xfrm>
            <a:off x="8936487" y="4624104"/>
            <a:ext cx="494974" cy="0"/>
          </a:xfrm>
          <a:prstGeom prst="straightConnector1">
            <a:avLst/>
          </a:prstGeom>
          <a:ln w="44450">
            <a:solidFill>
              <a:schemeClr val="tx1"/>
            </a:solidFill>
            <a:headEnd type="triangl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直線コネクタ 17">
            <a:extLst>
              <a:ext uri="{FF2B5EF4-FFF2-40B4-BE49-F238E27FC236}">
                <a16:creationId xmlns:a16="http://schemas.microsoft.com/office/drawing/2014/main" id="{EB54CDBB-C9A2-D84F-F027-FD8197D1F999}"/>
              </a:ext>
            </a:extLst>
          </p:cNvPr>
          <p:cNvCxnSpPr>
            <a:cxnSpLocks/>
          </p:cNvCxnSpPr>
          <p:nvPr/>
        </p:nvCxnSpPr>
        <p:spPr>
          <a:xfrm>
            <a:off x="7327859" y="2743086"/>
            <a:ext cx="434305" cy="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直線矢印コネクタ 18">
            <a:extLst>
              <a:ext uri="{FF2B5EF4-FFF2-40B4-BE49-F238E27FC236}">
                <a16:creationId xmlns:a16="http://schemas.microsoft.com/office/drawing/2014/main" id="{76503494-22E6-5356-6467-46FBACD808D3}"/>
              </a:ext>
            </a:extLst>
          </p:cNvPr>
          <p:cNvCxnSpPr>
            <a:cxnSpLocks/>
          </p:cNvCxnSpPr>
          <p:nvPr/>
        </p:nvCxnSpPr>
        <p:spPr>
          <a:xfrm flipV="1">
            <a:off x="7446457" y="2540967"/>
            <a:ext cx="0" cy="36000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直線コネクタ 19">
            <a:extLst>
              <a:ext uri="{FF2B5EF4-FFF2-40B4-BE49-F238E27FC236}">
                <a16:creationId xmlns:a16="http://schemas.microsoft.com/office/drawing/2014/main" id="{22A4E632-F829-0644-83FC-DC156137CCCA}"/>
              </a:ext>
            </a:extLst>
          </p:cNvPr>
          <p:cNvCxnSpPr>
            <a:cxnSpLocks/>
          </p:cNvCxnSpPr>
          <p:nvPr/>
        </p:nvCxnSpPr>
        <p:spPr>
          <a:xfrm>
            <a:off x="7594096" y="1658067"/>
            <a:ext cx="434305" cy="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直線コネクタ 20">
            <a:extLst>
              <a:ext uri="{FF2B5EF4-FFF2-40B4-BE49-F238E27FC236}">
                <a16:creationId xmlns:a16="http://schemas.microsoft.com/office/drawing/2014/main" id="{8A613A02-C6FF-AE30-ED84-3262E9A79296}"/>
              </a:ext>
            </a:extLst>
          </p:cNvPr>
          <p:cNvCxnSpPr>
            <a:cxnSpLocks/>
          </p:cNvCxnSpPr>
          <p:nvPr/>
        </p:nvCxnSpPr>
        <p:spPr>
          <a:xfrm>
            <a:off x="7909803" y="2743086"/>
            <a:ext cx="434305" cy="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直線矢印コネクタ 21">
            <a:extLst>
              <a:ext uri="{FF2B5EF4-FFF2-40B4-BE49-F238E27FC236}">
                <a16:creationId xmlns:a16="http://schemas.microsoft.com/office/drawing/2014/main" id="{E5F0CF5D-ED55-9D33-D855-5980F16A3A19}"/>
              </a:ext>
            </a:extLst>
          </p:cNvPr>
          <p:cNvCxnSpPr>
            <a:cxnSpLocks/>
          </p:cNvCxnSpPr>
          <p:nvPr/>
        </p:nvCxnSpPr>
        <p:spPr>
          <a:xfrm flipV="1">
            <a:off x="8028401" y="2540967"/>
            <a:ext cx="0" cy="36000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直線コネクタ 22">
            <a:extLst>
              <a:ext uri="{FF2B5EF4-FFF2-40B4-BE49-F238E27FC236}">
                <a16:creationId xmlns:a16="http://schemas.microsoft.com/office/drawing/2014/main" id="{AC0619CE-0053-1C7F-823A-6E2688F5BE2C}"/>
              </a:ext>
            </a:extLst>
          </p:cNvPr>
          <p:cNvCxnSpPr>
            <a:cxnSpLocks/>
          </p:cNvCxnSpPr>
          <p:nvPr/>
        </p:nvCxnSpPr>
        <p:spPr>
          <a:xfrm>
            <a:off x="8176040" y="1658067"/>
            <a:ext cx="434305" cy="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直線コネクタ 23">
            <a:extLst>
              <a:ext uri="{FF2B5EF4-FFF2-40B4-BE49-F238E27FC236}">
                <a16:creationId xmlns:a16="http://schemas.microsoft.com/office/drawing/2014/main" id="{6B9DE81E-A35F-A3CE-511F-17D68030686A}"/>
              </a:ext>
            </a:extLst>
          </p:cNvPr>
          <p:cNvCxnSpPr>
            <a:cxnSpLocks/>
          </p:cNvCxnSpPr>
          <p:nvPr/>
        </p:nvCxnSpPr>
        <p:spPr>
          <a:xfrm>
            <a:off x="8491747" y="2743086"/>
            <a:ext cx="434305" cy="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直線矢印コネクタ 24">
            <a:extLst>
              <a:ext uri="{FF2B5EF4-FFF2-40B4-BE49-F238E27FC236}">
                <a16:creationId xmlns:a16="http://schemas.microsoft.com/office/drawing/2014/main" id="{15AC3A64-40EE-04D4-C1D7-049CDDFABC1C}"/>
              </a:ext>
            </a:extLst>
          </p:cNvPr>
          <p:cNvCxnSpPr>
            <a:cxnSpLocks/>
          </p:cNvCxnSpPr>
          <p:nvPr/>
        </p:nvCxnSpPr>
        <p:spPr>
          <a:xfrm flipV="1">
            <a:off x="8610345" y="2540967"/>
            <a:ext cx="0" cy="36000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0" name="グループ化 9">
            <a:extLst>
              <a:ext uri="{FF2B5EF4-FFF2-40B4-BE49-F238E27FC236}">
                <a16:creationId xmlns:a16="http://schemas.microsoft.com/office/drawing/2014/main" id="{4F5B019B-BD0D-A7F0-57C0-3A309A52ED88}"/>
              </a:ext>
            </a:extLst>
          </p:cNvPr>
          <p:cNvGrpSpPr/>
          <p:nvPr/>
        </p:nvGrpSpPr>
        <p:grpSpPr>
          <a:xfrm>
            <a:off x="9787091" y="3870791"/>
            <a:ext cx="434305" cy="386815"/>
            <a:chOff x="4483739" y="3530138"/>
            <a:chExt cx="434305" cy="386815"/>
          </a:xfrm>
        </p:grpSpPr>
        <p:cxnSp>
          <p:nvCxnSpPr>
            <p:cNvPr id="26" name="直線コネクタ 25">
              <a:extLst>
                <a:ext uri="{FF2B5EF4-FFF2-40B4-BE49-F238E27FC236}">
                  <a16:creationId xmlns:a16="http://schemas.microsoft.com/office/drawing/2014/main" id="{E82BA5EB-752B-5416-130D-49EA65A34415}"/>
                </a:ext>
              </a:extLst>
            </p:cNvPr>
            <p:cNvCxnSpPr>
              <a:cxnSpLocks/>
            </p:cNvCxnSpPr>
            <p:nvPr/>
          </p:nvCxnSpPr>
          <p:spPr>
            <a:xfrm>
              <a:off x="4483739" y="3732257"/>
              <a:ext cx="434305" cy="0"/>
            </a:xfrm>
            <a:prstGeom prst="line">
              <a:avLst/>
            </a:prstGeom>
            <a:ln w="5715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直線矢印コネクタ 26">
              <a:extLst>
                <a:ext uri="{FF2B5EF4-FFF2-40B4-BE49-F238E27FC236}">
                  <a16:creationId xmlns:a16="http://schemas.microsoft.com/office/drawing/2014/main" id="{EDE1DEC0-EFC4-B4A3-4AD1-FEC6E387C5B2}"/>
                </a:ext>
              </a:extLst>
            </p:cNvPr>
            <p:cNvCxnSpPr/>
            <p:nvPr/>
          </p:nvCxnSpPr>
          <p:spPr>
            <a:xfrm flipV="1">
              <a:off x="4602337" y="3530138"/>
              <a:ext cx="0" cy="36000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直線矢印コネクタ 27">
              <a:extLst>
                <a:ext uri="{FF2B5EF4-FFF2-40B4-BE49-F238E27FC236}">
                  <a16:creationId xmlns:a16="http://schemas.microsoft.com/office/drawing/2014/main" id="{BAEB0C85-04BA-9CF5-69B0-7D42A0CC9558}"/>
                </a:ext>
              </a:extLst>
            </p:cNvPr>
            <p:cNvCxnSpPr>
              <a:cxnSpLocks/>
            </p:cNvCxnSpPr>
            <p:nvPr/>
          </p:nvCxnSpPr>
          <p:spPr>
            <a:xfrm>
              <a:off x="4779956" y="3556953"/>
              <a:ext cx="0" cy="360000"/>
            </a:xfrm>
            <a:prstGeom prst="straightConnector1">
              <a:avLst/>
            </a:prstGeom>
            <a:ln w="38100">
              <a:solidFill>
                <a:srgbClr val="FF0000"/>
              </a:solidFill>
              <a:prstDash val="sysDot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29" name="直線コネクタ 28">
            <a:extLst>
              <a:ext uri="{FF2B5EF4-FFF2-40B4-BE49-F238E27FC236}">
                <a16:creationId xmlns:a16="http://schemas.microsoft.com/office/drawing/2014/main" id="{8322A8B5-9A43-11BB-7FDF-EF23CAB628E0}"/>
              </a:ext>
            </a:extLst>
          </p:cNvPr>
          <p:cNvCxnSpPr>
            <a:cxnSpLocks/>
          </p:cNvCxnSpPr>
          <p:nvPr/>
        </p:nvCxnSpPr>
        <p:spPr>
          <a:xfrm>
            <a:off x="9205147" y="2743086"/>
            <a:ext cx="434305" cy="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直線矢印コネクタ 29">
            <a:extLst>
              <a:ext uri="{FF2B5EF4-FFF2-40B4-BE49-F238E27FC236}">
                <a16:creationId xmlns:a16="http://schemas.microsoft.com/office/drawing/2014/main" id="{8BF361A9-A438-3533-0EA1-A2AA044BC186}"/>
              </a:ext>
            </a:extLst>
          </p:cNvPr>
          <p:cNvCxnSpPr>
            <a:cxnSpLocks/>
          </p:cNvCxnSpPr>
          <p:nvPr/>
        </p:nvCxnSpPr>
        <p:spPr>
          <a:xfrm flipV="1">
            <a:off x="9323745" y="2540967"/>
            <a:ext cx="0" cy="36000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直線コネクタ 30">
            <a:extLst>
              <a:ext uri="{FF2B5EF4-FFF2-40B4-BE49-F238E27FC236}">
                <a16:creationId xmlns:a16="http://schemas.microsoft.com/office/drawing/2014/main" id="{64AF542A-76A6-4F9F-5DE2-BC7198B4E25E}"/>
              </a:ext>
            </a:extLst>
          </p:cNvPr>
          <p:cNvCxnSpPr>
            <a:cxnSpLocks/>
          </p:cNvCxnSpPr>
          <p:nvPr/>
        </p:nvCxnSpPr>
        <p:spPr>
          <a:xfrm>
            <a:off x="9471384" y="1658067"/>
            <a:ext cx="434305" cy="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直線矢印コネクタ 31">
            <a:extLst>
              <a:ext uri="{FF2B5EF4-FFF2-40B4-BE49-F238E27FC236}">
                <a16:creationId xmlns:a16="http://schemas.microsoft.com/office/drawing/2014/main" id="{5DC6E31D-6AC0-E695-D297-2E9255458DF0}"/>
              </a:ext>
            </a:extLst>
          </p:cNvPr>
          <p:cNvCxnSpPr/>
          <p:nvPr/>
        </p:nvCxnSpPr>
        <p:spPr>
          <a:xfrm flipV="1">
            <a:off x="9589982" y="1455948"/>
            <a:ext cx="0" cy="36000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直線コネクタ 32">
            <a:extLst>
              <a:ext uri="{FF2B5EF4-FFF2-40B4-BE49-F238E27FC236}">
                <a16:creationId xmlns:a16="http://schemas.microsoft.com/office/drawing/2014/main" id="{C3163A1A-A784-41AF-D272-E2404B574080}"/>
              </a:ext>
            </a:extLst>
          </p:cNvPr>
          <p:cNvCxnSpPr>
            <a:cxnSpLocks/>
          </p:cNvCxnSpPr>
          <p:nvPr/>
        </p:nvCxnSpPr>
        <p:spPr>
          <a:xfrm>
            <a:off x="9787091" y="2743086"/>
            <a:ext cx="434305" cy="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直線矢印コネクタ 33">
            <a:extLst>
              <a:ext uri="{FF2B5EF4-FFF2-40B4-BE49-F238E27FC236}">
                <a16:creationId xmlns:a16="http://schemas.microsoft.com/office/drawing/2014/main" id="{BA7B2DCB-8296-B9F0-9754-A504645F4ED9}"/>
              </a:ext>
            </a:extLst>
          </p:cNvPr>
          <p:cNvCxnSpPr>
            <a:cxnSpLocks/>
          </p:cNvCxnSpPr>
          <p:nvPr/>
        </p:nvCxnSpPr>
        <p:spPr>
          <a:xfrm flipV="1">
            <a:off x="9905689" y="2540967"/>
            <a:ext cx="0" cy="36000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直線コネクタ 34">
            <a:extLst>
              <a:ext uri="{FF2B5EF4-FFF2-40B4-BE49-F238E27FC236}">
                <a16:creationId xmlns:a16="http://schemas.microsoft.com/office/drawing/2014/main" id="{81DFB603-1D33-740C-4C42-C2A641C34DC8}"/>
              </a:ext>
            </a:extLst>
          </p:cNvPr>
          <p:cNvCxnSpPr>
            <a:cxnSpLocks/>
          </p:cNvCxnSpPr>
          <p:nvPr/>
        </p:nvCxnSpPr>
        <p:spPr>
          <a:xfrm>
            <a:off x="10053328" y="1658067"/>
            <a:ext cx="434305" cy="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直線コネクタ 35">
            <a:extLst>
              <a:ext uri="{FF2B5EF4-FFF2-40B4-BE49-F238E27FC236}">
                <a16:creationId xmlns:a16="http://schemas.microsoft.com/office/drawing/2014/main" id="{42F681D4-E3BF-9D4B-D608-71B65FDBF3A3}"/>
              </a:ext>
            </a:extLst>
          </p:cNvPr>
          <p:cNvCxnSpPr>
            <a:cxnSpLocks/>
          </p:cNvCxnSpPr>
          <p:nvPr/>
        </p:nvCxnSpPr>
        <p:spPr>
          <a:xfrm>
            <a:off x="10369035" y="2743086"/>
            <a:ext cx="434305" cy="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直線矢印コネクタ 36">
            <a:extLst>
              <a:ext uri="{FF2B5EF4-FFF2-40B4-BE49-F238E27FC236}">
                <a16:creationId xmlns:a16="http://schemas.microsoft.com/office/drawing/2014/main" id="{12896CCF-8E93-049A-45C8-61E209D4994E}"/>
              </a:ext>
            </a:extLst>
          </p:cNvPr>
          <p:cNvCxnSpPr>
            <a:cxnSpLocks/>
          </p:cNvCxnSpPr>
          <p:nvPr/>
        </p:nvCxnSpPr>
        <p:spPr>
          <a:xfrm flipV="1">
            <a:off x="10487633" y="2540967"/>
            <a:ext cx="0" cy="36000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38" name="グループ化 37">
            <a:extLst>
              <a:ext uri="{FF2B5EF4-FFF2-40B4-BE49-F238E27FC236}">
                <a16:creationId xmlns:a16="http://schemas.microsoft.com/office/drawing/2014/main" id="{35AE6DE9-BBA3-855B-89C9-212D6D2CEBC8}"/>
              </a:ext>
            </a:extLst>
          </p:cNvPr>
          <p:cNvGrpSpPr/>
          <p:nvPr/>
        </p:nvGrpSpPr>
        <p:grpSpPr>
          <a:xfrm>
            <a:off x="2457507" y="3870791"/>
            <a:ext cx="434305" cy="386815"/>
            <a:chOff x="2457035" y="2715378"/>
            <a:chExt cx="434305" cy="386815"/>
          </a:xfrm>
        </p:grpSpPr>
        <p:cxnSp>
          <p:nvCxnSpPr>
            <p:cNvPr id="39" name="直線コネクタ 38">
              <a:extLst>
                <a:ext uri="{FF2B5EF4-FFF2-40B4-BE49-F238E27FC236}">
                  <a16:creationId xmlns:a16="http://schemas.microsoft.com/office/drawing/2014/main" id="{E3023226-4AC0-9702-D76A-86A01FBF75EB}"/>
                </a:ext>
              </a:extLst>
            </p:cNvPr>
            <p:cNvCxnSpPr>
              <a:cxnSpLocks/>
            </p:cNvCxnSpPr>
            <p:nvPr/>
          </p:nvCxnSpPr>
          <p:spPr>
            <a:xfrm>
              <a:off x="2457035" y="2917497"/>
              <a:ext cx="434305" cy="0"/>
            </a:xfrm>
            <a:prstGeom prst="line">
              <a:avLst/>
            </a:prstGeom>
            <a:ln w="5715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直線矢印コネクタ 39">
              <a:extLst>
                <a:ext uri="{FF2B5EF4-FFF2-40B4-BE49-F238E27FC236}">
                  <a16:creationId xmlns:a16="http://schemas.microsoft.com/office/drawing/2014/main" id="{D3DC0331-E6B4-ECDD-968A-E2FC21101BB0}"/>
                </a:ext>
              </a:extLst>
            </p:cNvPr>
            <p:cNvCxnSpPr/>
            <p:nvPr/>
          </p:nvCxnSpPr>
          <p:spPr>
            <a:xfrm flipV="1">
              <a:off x="2575633" y="2715378"/>
              <a:ext cx="0" cy="36000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直線矢印コネクタ 40">
              <a:extLst>
                <a:ext uri="{FF2B5EF4-FFF2-40B4-BE49-F238E27FC236}">
                  <a16:creationId xmlns:a16="http://schemas.microsoft.com/office/drawing/2014/main" id="{F04CA939-045B-FE76-4E38-C95CE9C6CC95}"/>
                </a:ext>
              </a:extLst>
            </p:cNvPr>
            <p:cNvCxnSpPr>
              <a:cxnSpLocks/>
            </p:cNvCxnSpPr>
            <p:nvPr/>
          </p:nvCxnSpPr>
          <p:spPr>
            <a:xfrm>
              <a:off x="2753252" y="2742193"/>
              <a:ext cx="0" cy="36000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51" name="直線コネクタ 50">
            <a:extLst>
              <a:ext uri="{FF2B5EF4-FFF2-40B4-BE49-F238E27FC236}">
                <a16:creationId xmlns:a16="http://schemas.microsoft.com/office/drawing/2014/main" id="{DACBA9DE-55D5-E8A0-AB61-15C719BF79CB}"/>
              </a:ext>
            </a:extLst>
          </p:cNvPr>
          <p:cNvCxnSpPr>
            <a:cxnSpLocks/>
          </p:cNvCxnSpPr>
          <p:nvPr/>
        </p:nvCxnSpPr>
        <p:spPr>
          <a:xfrm>
            <a:off x="1875563" y="3268982"/>
            <a:ext cx="434305" cy="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直線矢印コネクタ 51">
            <a:extLst>
              <a:ext uri="{FF2B5EF4-FFF2-40B4-BE49-F238E27FC236}">
                <a16:creationId xmlns:a16="http://schemas.microsoft.com/office/drawing/2014/main" id="{07AB7530-D499-5D91-8722-D607EB05F5FB}"/>
              </a:ext>
            </a:extLst>
          </p:cNvPr>
          <p:cNvCxnSpPr>
            <a:cxnSpLocks/>
          </p:cNvCxnSpPr>
          <p:nvPr/>
        </p:nvCxnSpPr>
        <p:spPr>
          <a:xfrm flipV="1">
            <a:off x="1994161" y="3066863"/>
            <a:ext cx="0" cy="36000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直線コネクタ 52">
            <a:extLst>
              <a:ext uri="{FF2B5EF4-FFF2-40B4-BE49-F238E27FC236}">
                <a16:creationId xmlns:a16="http://schemas.microsoft.com/office/drawing/2014/main" id="{A519E712-DFD2-0A57-346A-1993239FD5F3}"/>
              </a:ext>
            </a:extLst>
          </p:cNvPr>
          <p:cNvCxnSpPr>
            <a:cxnSpLocks/>
          </p:cNvCxnSpPr>
          <p:nvPr/>
        </p:nvCxnSpPr>
        <p:spPr>
          <a:xfrm>
            <a:off x="2141800" y="2199940"/>
            <a:ext cx="434305" cy="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直線コネクタ 53">
            <a:extLst>
              <a:ext uri="{FF2B5EF4-FFF2-40B4-BE49-F238E27FC236}">
                <a16:creationId xmlns:a16="http://schemas.microsoft.com/office/drawing/2014/main" id="{A64172CA-F036-EED8-BC80-7EAB608AF5C8}"/>
              </a:ext>
            </a:extLst>
          </p:cNvPr>
          <p:cNvCxnSpPr>
            <a:cxnSpLocks/>
          </p:cNvCxnSpPr>
          <p:nvPr/>
        </p:nvCxnSpPr>
        <p:spPr>
          <a:xfrm>
            <a:off x="2457507" y="3268982"/>
            <a:ext cx="434305" cy="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直線矢印コネクタ 54">
            <a:extLst>
              <a:ext uri="{FF2B5EF4-FFF2-40B4-BE49-F238E27FC236}">
                <a16:creationId xmlns:a16="http://schemas.microsoft.com/office/drawing/2014/main" id="{FFE7A4D2-9993-9D38-6E69-FFF20F2A6954}"/>
              </a:ext>
            </a:extLst>
          </p:cNvPr>
          <p:cNvCxnSpPr>
            <a:cxnSpLocks/>
          </p:cNvCxnSpPr>
          <p:nvPr/>
        </p:nvCxnSpPr>
        <p:spPr>
          <a:xfrm flipV="1">
            <a:off x="2576105" y="3066863"/>
            <a:ext cx="0" cy="36000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直線コネクタ 55">
            <a:extLst>
              <a:ext uri="{FF2B5EF4-FFF2-40B4-BE49-F238E27FC236}">
                <a16:creationId xmlns:a16="http://schemas.microsoft.com/office/drawing/2014/main" id="{CAA1275C-1BEF-E72C-E9FF-66898DBB5722}"/>
              </a:ext>
            </a:extLst>
          </p:cNvPr>
          <p:cNvCxnSpPr>
            <a:cxnSpLocks/>
          </p:cNvCxnSpPr>
          <p:nvPr/>
        </p:nvCxnSpPr>
        <p:spPr>
          <a:xfrm>
            <a:off x="2723744" y="2199940"/>
            <a:ext cx="434305" cy="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直線コネクタ 56">
            <a:extLst>
              <a:ext uri="{FF2B5EF4-FFF2-40B4-BE49-F238E27FC236}">
                <a16:creationId xmlns:a16="http://schemas.microsoft.com/office/drawing/2014/main" id="{27ECF50E-53E2-8A8A-1814-F9188FC5EC6B}"/>
              </a:ext>
            </a:extLst>
          </p:cNvPr>
          <p:cNvCxnSpPr>
            <a:cxnSpLocks/>
          </p:cNvCxnSpPr>
          <p:nvPr/>
        </p:nvCxnSpPr>
        <p:spPr>
          <a:xfrm>
            <a:off x="3039451" y="3268982"/>
            <a:ext cx="434305" cy="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直線矢印コネクタ 57">
            <a:extLst>
              <a:ext uri="{FF2B5EF4-FFF2-40B4-BE49-F238E27FC236}">
                <a16:creationId xmlns:a16="http://schemas.microsoft.com/office/drawing/2014/main" id="{5B0FA3F1-6183-1285-3F62-563B90AEEBB8}"/>
              </a:ext>
            </a:extLst>
          </p:cNvPr>
          <p:cNvCxnSpPr>
            <a:cxnSpLocks/>
          </p:cNvCxnSpPr>
          <p:nvPr/>
        </p:nvCxnSpPr>
        <p:spPr>
          <a:xfrm flipV="1">
            <a:off x="3158049" y="3066863"/>
            <a:ext cx="0" cy="36000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8" name="グループ化 7">
            <a:extLst>
              <a:ext uri="{FF2B5EF4-FFF2-40B4-BE49-F238E27FC236}">
                <a16:creationId xmlns:a16="http://schemas.microsoft.com/office/drawing/2014/main" id="{266E8508-E6F3-E45C-85BF-D77B1CA9A106}"/>
              </a:ext>
            </a:extLst>
          </p:cNvPr>
          <p:cNvGrpSpPr/>
          <p:nvPr/>
        </p:nvGrpSpPr>
        <p:grpSpPr>
          <a:xfrm>
            <a:off x="4325618" y="3870791"/>
            <a:ext cx="434305" cy="386815"/>
            <a:chOff x="9800585" y="3530138"/>
            <a:chExt cx="434305" cy="386815"/>
          </a:xfrm>
        </p:grpSpPr>
        <p:cxnSp>
          <p:nvCxnSpPr>
            <p:cNvPr id="59" name="直線コネクタ 58">
              <a:extLst>
                <a:ext uri="{FF2B5EF4-FFF2-40B4-BE49-F238E27FC236}">
                  <a16:creationId xmlns:a16="http://schemas.microsoft.com/office/drawing/2014/main" id="{E1979363-4E11-72B6-44B3-C9FBE254E5DE}"/>
                </a:ext>
              </a:extLst>
            </p:cNvPr>
            <p:cNvCxnSpPr>
              <a:cxnSpLocks/>
            </p:cNvCxnSpPr>
            <p:nvPr/>
          </p:nvCxnSpPr>
          <p:spPr>
            <a:xfrm>
              <a:off x="9800585" y="3732257"/>
              <a:ext cx="434305" cy="0"/>
            </a:xfrm>
            <a:prstGeom prst="line">
              <a:avLst/>
            </a:prstGeom>
            <a:ln w="5715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直線矢印コネクタ 59">
              <a:extLst>
                <a:ext uri="{FF2B5EF4-FFF2-40B4-BE49-F238E27FC236}">
                  <a16:creationId xmlns:a16="http://schemas.microsoft.com/office/drawing/2014/main" id="{C1FAE8FB-086F-4D48-F848-DC458E30DB23}"/>
                </a:ext>
              </a:extLst>
            </p:cNvPr>
            <p:cNvCxnSpPr/>
            <p:nvPr/>
          </p:nvCxnSpPr>
          <p:spPr>
            <a:xfrm flipV="1">
              <a:off x="9919183" y="3530138"/>
              <a:ext cx="0" cy="36000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直線矢印コネクタ 60">
              <a:extLst>
                <a:ext uri="{FF2B5EF4-FFF2-40B4-BE49-F238E27FC236}">
                  <a16:creationId xmlns:a16="http://schemas.microsoft.com/office/drawing/2014/main" id="{E4417042-CA67-6666-0FD9-30106A5CF433}"/>
                </a:ext>
              </a:extLst>
            </p:cNvPr>
            <p:cNvCxnSpPr>
              <a:cxnSpLocks/>
            </p:cNvCxnSpPr>
            <p:nvPr/>
          </p:nvCxnSpPr>
          <p:spPr>
            <a:xfrm>
              <a:off x="10096802" y="3556953"/>
              <a:ext cx="0" cy="360000"/>
            </a:xfrm>
            <a:prstGeom prst="straightConnector1">
              <a:avLst/>
            </a:prstGeom>
            <a:ln w="38100">
              <a:solidFill>
                <a:srgbClr val="FF0000"/>
              </a:solidFill>
              <a:prstDash val="sysDot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62" name="直線コネクタ 61">
            <a:extLst>
              <a:ext uri="{FF2B5EF4-FFF2-40B4-BE49-F238E27FC236}">
                <a16:creationId xmlns:a16="http://schemas.microsoft.com/office/drawing/2014/main" id="{025BC96E-A358-80D3-BD73-77269CE93884}"/>
              </a:ext>
            </a:extLst>
          </p:cNvPr>
          <p:cNvCxnSpPr>
            <a:cxnSpLocks/>
          </p:cNvCxnSpPr>
          <p:nvPr/>
        </p:nvCxnSpPr>
        <p:spPr>
          <a:xfrm>
            <a:off x="3743674" y="3268982"/>
            <a:ext cx="434305" cy="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直線矢印コネクタ 62">
            <a:extLst>
              <a:ext uri="{FF2B5EF4-FFF2-40B4-BE49-F238E27FC236}">
                <a16:creationId xmlns:a16="http://schemas.microsoft.com/office/drawing/2014/main" id="{033BBC62-DD88-7C27-3EF3-2D80A034003D}"/>
              </a:ext>
            </a:extLst>
          </p:cNvPr>
          <p:cNvCxnSpPr>
            <a:cxnSpLocks/>
          </p:cNvCxnSpPr>
          <p:nvPr/>
        </p:nvCxnSpPr>
        <p:spPr>
          <a:xfrm flipV="1">
            <a:off x="3862272" y="3066863"/>
            <a:ext cx="0" cy="36000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直線コネクタ 63">
            <a:extLst>
              <a:ext uri="{FF2B5EF4-FFF2-40B4-BE49-F238E27FC236}">
                <a16:creationId xmlns:a16="http://schemas.microsoft.com/office/drawing/2014/main" id="{1D05914C-CD9A-3EF2-D2B1-9997F564F617}"/>
              </a:ext>
            </a:extLst>
          </p:cNvPr>
          <p:cNvCxnSpPr>
            <a:cxnSpLocks/>
          </p:cNvCxnSpPr>
          <p:nvPr/>
        </p:nvCxnSpPr>
        <p:spPr>
          <a:xfrm>
            <a:off x="4009911" y="2199940"/>
            <a:ext cx="434305" cy="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直線矢印コネクタ 64">
            <a:extLst>
              <a:ext uri="{FF2B5EF4-FFF2-40B4-BE49-F238E27FC236}">
                <a16:creationId xmlns:a16="http://schemas.microsoft.com/office/drawing/2014/main" id="{ECB49F79-9B08-A34A-BECB-256848317580}"/>
              </a:ext>
            </a:extLst>
          </p:cNvPr>
          <p:cNvCxnSpPr/>
          <p:nvPr/>
        </p:nvCxnSpPr>
        <p:spPr>
          <a:xfrm flipV="1">
            <a:off x="4128509" y="1997821"/>
            <a:ext cx="0" cy="36000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直線コネクタ 65">
            <a:extLst>
              <a:ext uri="{FF2B5EF4-FFF2-40B4-BE49-F238E27FC236}">
                <a16:creationId xmlns:a16="http://schemas.microsoft.com/office/drawing/2014/main" id="{FBD15A98-190C-4ED0-90F7-11B0B7F62A7A}"/>
              </a:ext>
            </a:extLst>
          </p:cNvPr>
          <p:cNvCxnSpPr>
            <a:cxnSpLocks/>
          </p:cNvCxnSpPr>
          <p:nvPr/>
        </p:nvCxnSpPr>
        <p:spPr>
          <a:xfrm>
            <a:off x="4325618" y="3268982"/>
            <a:ext cx="434305" cy="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直線矢印コネクタ 66">
            <a:extLst>
              <a:ext uri="{FF2B5EF4-FFF2-40B4-BE49-F238E27FC236}">
                <a16:creationId xmlns:a16="http://schemas.microsoft.com/office/drawing/2014/main" id="{1115E512-DCED-8F00-22DF-341DCFFD2DCE}"/>
              </a:ext>
            </a:extLst>
          </p:cNvPr>
          <p:cNvCxnSpPr>
            <a:cxnSpLocks/>
          </p:cNvCxnSpPr>
          <p:nvPr/>
        </p:nvCxnSpPr>
        <p:spPr>
          <a:xfrm flipV="1">
            <a:off x="4444216" y="3066863"/>
            <a:ext cx="0" cy="36000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直線コネクタ 67">
            <a:extLst>
              <a:ext uri="{FF2B5EF4-FFF2-40B4-BE49-F238E27FC236}">
                <a16:creationId xmlns:a16="http://schemas.microsoft.com/office/drawing/2014/main" id="{2C941211-B950-63C5-276F-B7B39CBF7B9F}"/>
              </a:ext>
            </a:extLst>
          </p:cNvPr>
          <p:cNvCxnSpPr>
            <a:cxnSpLocks/>
          </p:cNvCxnSpPr>
          <p:nvPr/>
        </p:nvCxnSpPr>
        <p:spPr>
          <a:xfrm>
            <a:off x="4591855" y="2199940"/>
            <a:ext cx="434305" cy="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直線コネクタ 68">
            <a:extLst>
              <a:ext uri="{FF2B5EF4-FFF2-40B4-BE49-F238E27FC236}">
                <a16:creationId xmlns:a16="http://schemas.microsoft.com/office/drawing/2014/main" id="{3E2FBA76-F397-EE84-814B-EC4491C19637}"/>
              </a:ext>
            </a:extLst>
          </p:cNvPr>
          <p:cNvCxnSpPr>
            <a:cxnSpLocks/>
          </p:cNvCxnSpPr>
          <p:nvPr/>
        </p:nvCxnSpPr>
        <p:spPr>
          <a:xfrm>
            <a:off x="4907562" y="3268982"/>
            <a:ext cx="434305" cy="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直線矢印コネクタ 69">
            <a:extLst>
              <a:ext uri="{FF2B5EF4-FFF2-40B4-BE49-F238E27FC236}">
                <a16:creationId xmlns:a16="http://schemas.microsoft.com/office/drawing/2014/main" id="{169D57DC-012B-63B2-5CFE-B8D0CB6CF9AB}"/>
              </a:ext>
            </a:extLst>
          </p:cNvPr>
          <p:cNvCxnSpPr>
            <a:cxnSpLocks/>
          </p:cNvCxnSpPr>
          <p:nvPr/>
        </p:nvCxnSpPr>
        <p:spPr>
          <a:xfrm flipV="1">
            <a:off x="5026160" y="3066863"/>
            <a:ext cx="0" cy="36000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1" name="テキスト ボックス 70">
            <a:extLst>
              <a:ext uri="{FF2B5EF4-FFF2-40B4-BE49-F238E27FC236}">
                <a16:creationId xmlns:a16="http://schemas.microsoft.com/office/drawing/2014/main" id="{34D76D6E-1F15-0B79-40E7-C5FB488BAD8B}"/>
              </a:ext>
            </a:extLst>
          </p:cNvPr>
          <p:cNvSpPr txBox="1"/>
          <p:nvPr/>
        </p:nvSpPr>
        <p:spPr>
          <a:xfrm>
            <a:off x="7817379" y="5031786"/>
            <a:ext cx="268374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800" b="1" dirty="0">
                <a:latin typeface="Arial" panose="020B0604020202020204" pitchFamily="34" charset="0"/>
                <a:cs typeface="Arial" panose="020B0604020202020204" pitchFamily="34" charset="0"/>
              </a:rPr>
              <a:t>Na</a:t>
            </a:r>
            <a:r>
              <a:rPr kumimoji="1" lang="en-US" altLang="ja-JP" sz="2800" b="1" baseline="30000" dirty="0">
                <a:latin typeface="Arial" panose="020B0604020202020204" pitchFamily="34" charset="0"/>
                <a:cs typeface="Arial" panose="020B0604020202020204" pitchFamily="34" charset="0"/>
              </a:rPr>
              <a:t>+</a:t>
            </a:r>
            <a:r>
              <a:rPr kumimoji="1" lang="en-US" altLang="ja-JP" sz="2800" b="1" dirty="0">
                <a:latin typeface="Arial" panose="020B0604020202020204" pitchFamily="34" charset="0"/>
                <a:cs typeface="Arial" panose="020B0604020202020204" pitchFamily="34" charset="0"/>
              </a:rPr>
              <a:t> electrolyte</a:t>
            </a:r>
            <a:endParaRPr kumimoji="1" lang="ja-JP" altLang="en-US" sz="28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2" name="テキスト ボックス 71">
            <a:extLst>
              <a:ext uri="{FF2B5EF4-FFF2-40B4-BE49-F238E27FC236}">
                <a16:creationId xmlns:a16="http://schemas.microsoft.com/office/drawing/2014/main" id="{285FA504-97F5-742D-2072-196AE64BB6C1}"/>
              </a:ext>
            </a:extLst>
          </p:cNvPr>
          <p:cNvSpPr txBox="1"/>
          <p:nvPr/>
        </p:nvSpPr>
        <p:spPr>
          <a:xfrm>
            <a:off x="2524225" y="5031786"/>
            <a:ext cx="248337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800" b="1" dirty="0">
                <a:latin typeface="Arial" panose="020B0604020202020204" pitchFamily="34" charset="0"/>
                <a:cs typeface="Arial" panose="020B0604020202020204" pitchFamily="34" charset="0"/>
              </a:rPr>
              <a:t>K</a:t>
            </a:r>
            <a:r>
              <a:rPr kumimoji="1" lang="en-US" altLang="ja-JP" sz="2800" b="1" baseline="30000" dirty="0">
                <a:latin typeface="Arial" panose="020B0604020202020204" pitchFamily="34" charset="0"/>
                <a:cs typeface="Arial" panose="020B0604020202020204" pitchFamily="34" charset="0"/>
              </a:rPr>
              <a:t>+</a:t>
            </a:r>
            <a:r>
              <a:rPr kumimoji="1" lang="en-US" altLang="ja-JP" sz="28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ja-JP" sz="2800" b="1" dirty="0">
                <a:latin typeface="Arial" panose="020B0604020202020204" pitchFamily="34" charset="0"/>
                <a:cs typeface="Arial" panose="020B0604020202020204" pitchFamily="34" charset="0"/>
              </a:rPr>
              <a:t>electrolyte</a:t>
            </a:r>
            <a:endParaRPr kumimoji="1" lang="ja-JP" altLang="en-US" sz="28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73" name="直線コネクタ 72">
            <a:extLst>
              <a:ext uri="{FF2B5EF4-FFF2-40B4-BE49-F238E27FC236}">
                <a16:creationId xmlns:a16="http://schemas.microsoft.com/office/drawing/2014/main" id="{C1D43B88-5CA4-F203-E102-649A2653D7B5}"/>
              </a:ext>
            </a:extLst>
          </p:cNvPr>
          <p:cNvCxnSpPr>
            <a:cxnSpLocks/>
          </p:cNvCxnSpPr>
          <p:nvPr/>
        </p:nvCxnSpPr>
        <p:spPr>
          <a:xfrm>
            <a:off x="2141800" y="1658067"/>
            <a:ext cx="5436000" cy="0"/>
          </a:xfrm>
          <a:prstGeom prst="line">
            <a:avLst/>
          </a:prstGeom>
          <a:ln w="19050">
            <a:solidFill>
              <a:schemeClr val="tx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5" name="テキスト ボックス 74">
            <a:extLst>
              <a:ext uri="{FF2B5EF4-FFF2-40B4-BE49-F238E27FC236}">
                <a16:creationId xmlns:a16="http://schemas.microsoft.com/office/drawing/2014/main" id="{3D0A2D2C-D4F6-E630-6CE3-73B5D14F1CAF}"/>
              </a:ext>
            </a:extLst>
          </p:cNvPr>
          <p:cNvSpPr txBox="1"/>
          <p:nvPr/>
        </p:nvSpPr>
        <p:spPr>
          <a:xfrm>
            <a:off x="4197614" y="1319295"/>
            <a:ext cx="12362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b="1" dirty="0">
                <a:solidFill>
                  <a:srgbClr val="42668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stabilized</a:t>
            </a:r>
            <a:endParaRPr kumimoji="1" lang="ja-JP" altLang="en-US" b="1" dirty="0">
              <a:solidFill>
                <a:srgbClr val="42668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8" name="テキスト ボックス 77">
            <a:extLst>
              <a:ext uri="{FF2B5EF4-FFF2-40B4-BE49-F238E27FC236}">
                <a16:creationId xmlns:a16="http://schemas.microsoft.com/office/drawing/2014/main" id="{2A9E8BE6-0B8F-3BAD-0150-00C80A0B1C9F}"/>
              </a:ext>
            </a:extLst>
          </p:cNvPr>
          <p:cNvSpPr txBox="1"/>
          <p:nvPr/>
        </p:nvSpPr>
        <p:spPr>
          <a:xfrm>
            <a:off x="2152131" y="4424049"/>
            <a:ext cx="130035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000" dirty="0">
                <a:latin typeface="Arial" panose="020B0604020202020204" pitchFamily="34" charset="0"/>
                <a:ea typeface="Arial Unicode MS" panose="020B0604020202020204" pitchFamily="50" charset="-128"/>
                <a:cs typeface="Arial" panose="020B0604020202020204" pitchFamily="34" charset="0"/>
              </a:rPr>
              <a:t>Mn(IV)=O</a:t>
            </a:r>
          </a:p>
        </p:txBody>
      </p:sp>
      <p:sp>
        <p:nvSpPr>
          <p:cNvPr id="79" name="テキスト ボックス 78">
            <a:extLst>
              <a:ext uri="{FF2B5EF4-FFF2-40B4-BE49-F238E27FC236}">
                <a16:creationId xmlns:a16="http://schemas.microsoft.com/office/drawing/2014/main" id="{6FA4020C-6F41-EB3C-0062-365AB560C263}"/>
              </a:ext>
            </a:extLst>
          </p:cNvPr>
          <p:cNvSpPr txBox="1"/>
          <p:nvPr/>
        </p:nvSpPr>
        <p:spPr>
          <a:xfrm>
            <a:off x="3974061" y="4424049"/>
            <a:ext cx="129554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000" dirty="0">
                <a:latin typeface="Arial" panose="020B0604020202020204" pitchFamily="34" charset="0"/>
                <a:ea typeface="Arial Unicode MS" panose="020B0604020202020204" pitchFamily="50" charset="-128"/>
                <a:cs typeface="Arial" panose="020B0604020202020204" pitchFamily="34" charset="0"/>
              </a:rPr>
              <a:t>Mn(III)-O•</a:t>
            </a:r>
          </a:p>
        </p:txBody>
      </p:sp>
      <p:cxnSp>
        <p:nvCxnSpPr>
          <p:cNvPr id="80" name="直線矢印コネクタ 79">
            <a:extLst>
              <a:ext uri="{FF2B5EF4-FFF2-40B4-BE49-F238E27FC236}">
                <a16:creationId xmlns:a16="http://schemas.microsoft.com/office/drawing/2014/main" id="{DA73B747-BDA1-9EE1-1E85-517CCEC945AE}"/>
              </a:ext>
            </a:extLst>
          </p:cNvPr>
          <p:cNvCxnSpPr>
            <a:cxnSpLocks/>
          </p:cNvCxnSpPr>
          <p:nvPr/>
        </p:nvCxnSpPr>
        <p:spPr>
          <a:xfrm>
            <a:off x="3465852" y="4624104"/>
            <a:ext cx="494974" cy="0"/>
          </a:xfrm>
          <a:prstGeom prst="straightConnector1">
            <a:avLst/>
          </a:prstGeom>
          <a:ln w="44450">
            <a:solidFill>
              <a:schemeClr val="tx1"/>
            </a:solidFill>
            <a:headEnd type="triangl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092AB761-B832-D484-139A-FFFAF1D856B0}"/>
              </a:ext>
            </a:extLst>
          </p:cNvPr>
          <p:cNvSpPr txBox="1"/>
          <p:nvPr/>
        </p:nvSpPr>
        <p:spPr>
          <a:xfrm>
            <a:off x="5958881" y="2474066"/>
            <a:ext cx="89639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000" dirty="0">
                <a:latin typeface="Arial" panose="020B0604020202020204" pitchFamily="34" charset="0"/>
                <a:cs typeface="Arial" panose="020B0604020202020204" pitchFamily="34" charset="0"/>
              </a:rPr>
              <a:t>Mn 3d</a:t>
            </a:r>
            <a:endParaRPr kumimoji="1" lang="ja-JP" alt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55EAAAD7-3517-A338-2BF6-D174B93CC47E}"/>
              </a:ext>
            </a:extLst>
          </p:cNvPr>
          <p:cNvSpPr txBox="1"/>
          <p:nvPr/>
        </p:nvSpPr>
        <p:spPr>
          <a:xfrm>
            <a:off x="6037428" y="3847454"/>
            <a:ext cx="73930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000" dirty="0">
                <a:latin typeface="Arial" panose="020B0604020202020204" pitchFamily="34" charset="0"/>
                <a:cs typeface="Arial" panose="020B0604020202020204" pitchFamily="34" charset="0"/>
              </a:rPr>
              <a:t>O 2p</a:t>
            </a:r>
            <a:endParaRPr kumimoji="1" lang="ja-JP" alt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矢印: 下 12">
            <a:extLst>
              <a:ext uri="{FF2B5EF4-FFF2-40B4-BE49-F238E27FC236}">
                <a16:creationId xmlns:a16="http://schemas.microsoft.com/office/drawing/2014/main" id="{4A92D4D6-E39E-A8CA-0C00-27169ED8EFCD}"/>
              </a:ext>
            </a:extLst>
          </p:cNvPr>
          <p:cNvSpPr/>
          <p:nvPr/>
        </p:nvSpPr>
        <p:spPr>
          <a:xfrm>
            <a:off x="4580135" y="1697219"/>
            <a:ext cx="471194" cy="466740"/>
          </a:xfrm>
          <a:prstGeom prst="downArrow">
            <a:avLst/>
          </a:prstGeom>
          <a:noFill/>
          <a:ln>
            <a:solidFill>
              <a:srgbClr val="42668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3153573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4" name="グループ化 83">
            <a:extLst>
              <a:ext uri="{FF2B5EF4-FFF2-40B4-BE49-F238E27FC236}">
                <a16:creationId xmlns:a16="http://schemas.microsoft.com/office/drawing/2014/main" id="{88AFC254-F62E-843D-8204-D2688D84B47A}"/>
              </a:ext>
            </a:extLst>
          </p:cNvPr>
          <p:cNvGrpSpPr/>
          <p:nvPr/>
        </p:nvGrpSpPr>
        <p:grpSpPr>
          <a:xfrm>
            <a:off x="2606451" y="2495088"/>
            <a:ext cx="434305" cy="386815"/>
            <a:chOff x="2457035" y="2715378"/>
            <a:chExt cx="434305" cy="386815"/>
          </a:xfrm>
        </p:grpSpPr>
        <p:cxnSp>
          <p:nvCxnSpPr>
            <p:cNvPr id="24" name="直線コネクタ 23">
              <a:extLst>
                <a:ext uri="{FF2B5EF4-FFF2-40B4-BE49-F238E27FC236}">
                  <a16:creationId xmlns:a16="http://schemas.microsoft.com/office/drawing/2014/main" id="{C9853BAD-5673-A546-E740-BDB8EDF7B1D9}"/>
                </a:ext>
              </a:extLst>
            </p:cNvPr>
            <p:cNvCxnSpPr>
              <a:cxnSpLocks/>
            </p:cNvCxnSpPr>
            <p:nvPr/>
          </p:nvCxnSpPr>
          <p:spPr>
            <a:xfrm>
              <a:off x="2457035" y="2917497"/>
              <a:ext cx="434305" cy="0"/>
            </a:xfrm>
            <a:prstGeom prst="line">
              <a:avLst/>
            </a:prstGeom>
            <a:ln w="5715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直線矢印コネクタ 24">
              <a:extLst>
                <a:ext uri="{FF2B5EF4-FFF2-40B4-BE49-F238E27FC236}">
                  <a16:creationId xmlns:a16="http://schemas.microsoft.com/office/drawing/2014/main" id="{D39636BA-7E4E-2F54-F724-D673A40B189D}"/>
                </a:ext>
              </a:extLst>
            </p:cNvPr>
            <p:cNvCxnSpPr/>
            <p:nvPr/>
          </p:nvCxnSpPr>
          <p:spPr>
            <a:xfrm flipV="1">
              <a:off x="2575633" y="2715378"/>
              <a:ext cx="0" cy="36000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直線矢印コネクタ 25">
              <a:extLst>
                <a:ext uri="{FF2B5EF4-FFF2-40B4-BE49-F238E27FC236}">
                  <a16:creationId xmlns:a16="http://schemas.microsoft.com/office/drawing/2014/main" id="{46AF7453-C0D0-5FC5-716B-BF623126F686}"/>
                </a:ext>
              </a:extLst>
            </p:cNvPr>
            <p:cNvCxnSpPr>
              <a:cxnSpLocks/>
            </p:cNvCxnSpPr>
            <p:nvPr/>
          </p:nvCxnSpPr>
          <p:spPr>
            <a:xfrm>
              <a:off x="2753252" y="2742193"/>
              <a:ext cx="0" cy="36000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30" name="直線コネクタ 29">
            <a:extLst>
              <a:ext uri="{FF2B5EF4-FFF2-40B4-BE49-F238E27FC236}">
                <a16:creationId xmlns:a16="http://schemas.microsoft.com/office/drawing/2014/main" id="{92FFA49C-247E-948F-724B-850ADF869C12}"/>
              </a:ext>
            </a:extLst>
          </p:cNvPr>
          <p:cNvCxnSpPr/>
          <p:nvPr/>
        </p:nvCxnSpPr>
        <p:spPr>
          <a:xfrm>
            <a:off x="1957073" y="4321492"/>
            <a:ext cx="1397000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テキスト ボックス 30">
            <a:extLst>
              <a:ext uri="{FF2B5EF4-FFF2-40B4-BE49-F238E27FC236}">
                <a16:creationId xmlns:a16="http://schemas.microsoft.com/office/drawing/2014/main" id="{AE166025-6795-336E-2DC5-797A64AC49EC}"/>
              </a:ext>
            </a:extLst>
          </p:cNvPr>
          <p:cNvSpPr txBox="1"/>
          <p:nvPr/>
        </p:nvSpPr>
        <p:spPr>
          <a:xfrm>
            <a:off x="2068945" y="4786186"/>
            <a:ext cx="130035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000" dirty="0">
                <a:latin typeface="Arial" panose="020B0604020202020204" pitchFamily="34" charset="0"/>
                <a:ea typeface="Arial Unicode MS" panose="020B0604020202020204" pitchFamily="50" charset="-128"/>
                <a:cs typeface="Arial" panose="020B0604020202020204" pitchFamily="34" charset="0"/>
              </a:rPr>
              <a:t>Mn(IV)=O</a:t>
            </a:r>
          </a:p>
        </p:txBody>
      </p:sp>
      <p:cxnSp>
        <p:nvCxnSpPr>
          <p:cNvPr id="32" name="直線矢印コネクタ 31">
            <a:extLst>
              <a:ext uri="{FF2B5EF4-FFF2-40B4-BE49-F238E27FC236}">
                <a16:creationId xmlns:a16="http://schemas.microsoft.com/office/drawing/2014/main" id="{5BB2B234-A212-C86D-E588-65D24F3C3D5F}"/>
              </a:ext>
            </a:extLst>
          </p:cNvPr>
          <p:cNvCxnSpPr>
            <a:cxnSpLocks/>
          </p:cNvCxnSpPr>
          <p:nvPr/>
        </p:nvCxnSpPr>
        <p:spPr>
          <a:xfrm flipV="1">
            <a:off x="1576931" y="3491020"/>
            <a:ext cx="0" cy="1194213"/>
          </a:xfrm>
          <a:prstGeom prst="straightConnector1">
            <a:avLst/>
          </a:prstGeom>
          <a:ln w="28575">
            <a:solidFill>
              <a:schemeClr val="tx1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テキスト ボックス 32">
            <a:extLst>
              <a:ext uri="{FF2B5EF4-FFF2-40B4-BE49-F238E27FC236}">
                <a16:creationId xmlns:a16="http://schemas.microsoft.com/office/drawing/2014/main" id="{D1440F8F-9D99-6EDB-4C88-312D24C9C404}"/>
              </a:ext>
            </a:extLst>
          </p:cNvPr>
          <p:cNvSpPr txBox="1"/>
          <p:nvPr/>
        </p:nvSpPr>
        <p:spPr>
          <a:xfrm rot="16200000">
            <a:off x="516880" y="3903460"/>
            <a:ext cx="14574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dirty="0">
                <a:latin typeface="Arial" panose="020B0604020202020204" pitchFamily="34" charset="0"/>
                <a:ea typeface="Arial Unicode MS" panose="020B0604020202020204" pitchFamily="50" charset="-128"/>
                <a:cs typeface="Arial" panose="020B0604020202020204" pitchFamily="34" charset="0"/>
              </a:rPr>
              <a:t>Δ</a:t>
            </a:r>
            <a:r>
              <a:rPr kumimoji="1" lang="en-US" altLang="ja-JP" i="1" dirty="0">
                <a:latin typeface="Arial" panose="020B0604020202020204" pitchFamily="34" charset="0"/>
                <a:ea typeface="Arial Unicode MS" panose="020B0604020202020204" pitchFamily="50" charset="-128"/>
                <a:cs typeface="Arial" panose="020B0604020202020204" pitchFamily="34" charset="0"/>
              </a:rPr>
              <a:t>G</a:t>
            </a:r>
            <a:r>
              <a:rPr kumimoji="1" lang="en-US" altLang="ja-JP" dirty="0">
                <a:latin typeface="Arial" panose="020B0604020202020204" pitchFamily="34" charset="0"/>
                <a:ea typeface="Arial Unicode MS" panose="020B0604020202020204" pitchFamily="50" charset="-128"/>
                <a:cs typeface="Arial" panose="020B0604020202020204" pitchFamily="34" charset="0"/>
              </a:rPr>
              <a:t> of states</a:t>
            </a:r>
            <a:endParaRPr kumimoji="1" lang="ja-JP" altLang="en-US" dirty="0">
              <a:latin typeface="Arial" panose="020B0604020202020204" pitchFamily="34" charset="0"/>
              <a:ea typeface="Arial Unicode MS" panose="020B0604020202020204" pitchFamily="50" charset="-128"/>
              <a:cs typeface="Arial" panose="020B0604020202020204" pitchFamily="34" charset="0"/>
            </a:endParaRPr>
          </a:p>
        </p:txBody>
      </p:sp>
      <p:sp>
        <p:nvSpPr>
          <p:cNvPr id="35" name="テキスト ボックス 34">
            <a:extLst>
              <a:ext uri="{FF2B5EF4-FFF2-40B4-BE49-F238E27FC236}">
                <a16:creationId xmlns:a16="http://schemas.microsoft.com/office/drawing/2014/main" id="{A17C6431-58B7-77C4-49ED-437AB08A1B2C}"/>
              </a:ext>
            </a:extLst>
          </p:cNvPr>
          <p:cNvSpPr txBox="1"/>
          <p:nvPr/>
        </p:nvSpPr>
        <p:spPr>
          <a:xfrm>
            <a:off x="4617043" y="4786186"/>
            <a:ext cx="129554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000" dirty="0">
                <a:latin typeface="Arial" panose="020B0604020202020204" pitchFamily="34" charset="0"/>
                <a:ea typeface="Arial Unicode MS" panose="020B0604020202020204" pitchFamily="50" charset="-128"/>
                <a:cs typeface="Arial" panose="020B0604020202020204" pitchFamily="34" charset="0"/>
              </a:rPr>
              <a:t>Mn(III)-O•</a:t>
            </a:r>
          </a:p>
        </p:txBody>
      </p:sp>
      <p:cxnSp>
        <p:nvCxnSpPr>
          <p:cNvPr id="69" name="直線コネクタ 68">
            <a:extLst>
              <a:ext uri="{FF2B5EF4-FFF2-40B4-BE49-F238E27FC236}">
                <a16:creationId xmlns:a16="http://schemas.microsoft.com/office/drawing/2014/main" id="{2E686A18-2683-BA48-F7DA-B107411E80F0}"/>
              </a:ext>
            </a:extLst>
          </p:cNvPr>
          <p:cNvCxnSpPr/>
          <p:nvPr/>
        </p:nvCxnSpPr>
        <p:spPr>
          <a:xfrm>
            <a:off x="4576431" y="3643331"/>
            <a:ext cx="1397000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直線矢印コネクタ 74">
            <a:extLst>
              <a:ext uri="{FF2B5EF4-FFF2-40B4-BE49-F238E27FC236}">
                <a16:creationId xmlns:a16="http://schemas.microsoft.com/office/drawing/2014/main" id="{3A2D7982-64C4-6307-F957-06DFCA5C651C}"/>
              </a:ext>
            </a:extLst>
          </p:cNvPr>
          <p:cNvCxnSpPr>
            <a:cxnSpLocks/>
          </p:cNvCxnSpPr>
          <p:nvPr/>
        </p:nvCxnSpPr>
        <p:spPr>
          <a:xfrm flipV="1">
            <a:off x="1575658" y="450933"/>
            <a:ext cx="0" cy="2576885"/>
          </a:xfrm>
          <a:prstGeom prst="straightConnector1">
            <a:avLst/>
          </a:prstGeom>
          <a:ln w="28575">
            <a:solidFill>
              <a:schemeClr val="tx1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6" name="テキスト ボックス 75">
            <a:extLst>
              <a:ext uri="{FF2B5EF4-FFF2-40B4-BE49-F238E27FC236}">
                <a16:creationId xmlns:a16="http://schemas.microsoft.com/office/drawing/2014/main" id="{1634A577-8DA7-CFEA-2343-1B468FA0D594}"/>
              </a:ext>
            </a:extLst>
          </p:cNvPr>
          <p:cNvSpPr txBox="1"/>
          <p:nvPr/>
        </p:nvSpPr>
        <p:spPr>
          <a:xfrm rot="16200000">
            <a:off x="452111" y="1554709"/>
            <a:ext cx="15824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dirty="0">
                <a:latin typeface="Arial" panose="020B0604020202020204" pitchFamily="34" charset="0"/>
                <a:ea typeface="Arial Unicode MS" panose="020B0604020202020204" pitchFamily="50" charset="-128"/>
                <a:cs typeface="Arial" panose="020B0604020202020204" pitchFamily="34" charset="0"/>
              </a:rPr>
              <a:t>Δ</a:t>
            </a:r>
            <a:r>
              <a:rPr kumimoji="1" lang="en-US" altLang="ja-JP" i="1" dirty="0">
                <a:latin typeface="Arial" panose="020B0604020202020204" pitchFamily="34" charset="0"/>
                <a:ea typeface="Arial Unicode MS" panose="020B0604020202020204" pitchFamily="50" charset="-128"/>
                <a:cs typeface="Arial" panose="020B0604020202020204" pitchFamily="34" charset="0"/>
              </a:rPr>
              <a:t>G</a:t>
            </a:r>
            <a:r>
              <a:rPr kumimoji="1" lang="en-US" altLang="ja-JP" dirty="0">
                <a:latin typeface="Arial" panose="020B0604020202020204" pitchFamily="34" charset="0"/>
                <a:ea typeface="Arial Unicode MS" panose="020B0604020202020204" pitchFamily="50" charset="-128"/>
                <a:cs typeface="Arial" panose="020B0604020202020204" pitchFamily="34" charset="0"/>
              </a:rPr>
              <a:t> of orbitals</a:t>
            </a:r>
            <a:endParaRPr kumimoji="1" lang="ja-JP" altLang="en-US" dirty="0">
              <a:latin typeface="Arial" panose="020B0604020202020204" pitchFamily="34" charset="0"/>
              <a:ea typeface="Arial Unicode MS" panose="020B0604020202020204" pitchFamily="50" charset="-128"/>
              <a:cs typeface="Arial" panose="020B0604020202020204" pitchFamily="34" charset="0"/>
            </a:endParaRPr>
          </a:p>
        </p:txBody>
      </p:sp>
      <p:cxnSp>
        <p:nvCxnSpPr>
          <p:cNvPr id="82" name="直線矢印コネクタ 81">
            <a:extLst>
              <a:ext uri="{FF2B5EF4-FFF2-40B4-BE49-F238E27FC236}">
                <a16:creationId xmlns:a16="http://schemas.microsoft.com/office/drawing/2014/main" id="{A77AEBFD-CFD1-2E67-74BE-5CE67E63DD69}"/>
              </a:ext>
            </a:extLst>
          </p:cNvPr>
          <p:cNvCxnSpPr>
            <a:cxnSpLocks/>
          </p:cNvCxnSpPr>
          <p:nvPr/>
        </p:nvCxnSpPr>
        <p:spPr>
          <a:xfrm>
            <a:off x="3623973" y="4970852"/>
            <a:ext cx="800732" cy="0"/>
          </a:xfrm>
          <a:prstGeom prst="straightConnector1">
            <a:avLst/>
          </a:prstGeom>
          <a:ln w="44450">
            <a:solidFill>
              <a:schemeClr val="tx1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3" name="テキスト ボックス 82">
            <a:extLst>
              <a:ext uri="{FF2B5EF4-FFF2-40B4-BE49-F238E27FC236}">
                <a16:creationId xmlns:a16="http://schemas.microsoft.com/office/drawing/2014/main" id="{2296C4CA-8E83-86D3-FC9E-D8471DB4F392}"/>
              </a:ext>
            </a:extLst>
          </p:cNvPr>
          <p:cNvSpPr txBox="1"/>
          <p:nvPr/>
        </p:nvSpPr>
        <p:spPr>
          <a:xfrm>
            <a:off x="3336196" y="5188596"/>
            <a:ext cx="135806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ja-JP" dirty="0">
                <a:latin typeface="Arial" panose="020B0604020202020204" pitchFamily="34" charset="0"/>
                <a:cs typeface="Arial" panose="020B0604020202020204" pitchFamily="34" charset="0"/>
              </a:rPr>
              <a:t>Resonance</a:t>
            </a:r>
          </a:p>
          <a:p>
            <a:pPr algn="ctr"/>
            <a:r>
              <a:rPr lang="en-US" altLang="ja-JP" dirty="0">
                <a:latin typeface="Arial" panose="020B0604020202020204" pitchFamily="34" charset="0"/>
                <a:cs typeface="Arial" panose="020B0604020202020204" pitchFamily="34" charset="0"/>
              </a:rPr>
              <a:t>structure</a:t>
            </a:r>
            <a:endParaRPr kumimoji="1" lang="ja-JP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86" name="直線コネクタ 85">
            <a:extLst>
              <a:ext uri="{FF2B5EF4-FFF2-40B4-BE49-F238E27FC236}">
                <a16:creationId xmlns:a16="http://schemas.microsoft.com/office/drawing/2014/main" id="{2018398C-1DF5-6C07-F24E-A32E7E8C81A1}"/>
              </a:ext>
            </a:extLst>
          </p:cNvPr>
          <p:cNvCxnSpPr>
            <a:cxnSpLocks/>
          </p:cNvCxnSpPr>
          <p:nvPr/>
        </p:nvCxnSpPr>
        <p:spPr>
          <a:xfrm>
            <a:off x="2024507" y="1259801"/>
            <a:ext cx="434305" cy="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直線矢印コネクタ 86">
            <a:extLst>
              <a:ext uri="{FF2B5EF4-FFF2-40B4-BE49-F238E27FC236}">
                <a16:creationId xmlns:a16="http://schemas.microsoft.com/office/drawing/2014/main" id="{292132BA-DDCF-495F-A111-CBA6F3AE1CA7}"/>
              </a:ext>
            </a:extLst>
          </p:cNvPr>
          <p:cNvCxnSpPr/>
          <p:nvPr/>
        </p:nvCxnSpPr>
        <p:spPr>
          <a:xfrm flipV="1">
            <a:off x="2143105" y="1057682"/>
            <a:ext cx="0" cy="36000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直線コネクタ 89">
            <a:extLst>
              <a:ext uri="{FF2B5EF4-FFF2-40B4-BE49-F238E27FC236}">
                <a16:creationId xmlns:a16="http://schemas.microsoft.com/office/drawing/2014/main" id="{37A009DF-7642-C084-3A7C-694766655D54}"/>
              </a:ext>
            </a:extLst>
          </p:cNvPr>
          <p:cNvCxnSpPr>
            <a:cxnSpLocks/>
          </p:cNvCxnSpPr>
          <p:nvPr/>
        </p:nvCxnSpPr>
        <p:spPr>
          <a:xfrm>
            <a:off x="2290744" y="623017"/>
            <a:ext cx="434305" cy="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" name="直線コネクタ 93">
            <a:extLst>
              <a:ext uri="{FF2B5EF4-FFF2-40B4-BE49-F238E27FC236}">
                <a16:creationId xmlns:a16="http://schemas.microsoft.com/office/drawing/2014/main" id="{6959A39F-EFA3-1A3D-4A0E-8D55469B33EC}"/>
              </a:ext>
            </a:extLst>
          </p:cNvPr>
          <p:cNvCxnSpPr>
            <a:cxnSpLocks/>
          </p:cNvCxnSpPr>
          <p:nvPr/>
        </p:nvCxnSpPr>
        <p:spPr>
          <a:xfrm>
            <a:off x="2606451" y="1259801"/>
            <a:ext cx="434305" cy="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" name="直線矢印コネクタ 94">
            <a:extLst>
              <a:ext uri="{FF2B5EF4-FFF2-40B4-BE49-F238E27FC236}">
                <a16:creationId xmlns:a16="http://schemas.microsoft.com/office/drawing/2014/main" id="{0CD88F51-C83F-8C8C-7196-2CED74B1566A}"/>
              </a:ext>
            </a:extLst>
          </p:cNvPr>
          <p:cNvCxnSpPr/>
          <p:nvPr/>
        </p:nvCxnSpPr>
        <p:spPr>
          <a:xfrm flipV="1">
            <a:off x="2725049" y="1057682"/>
            <a:ext cx="0" cy="36000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" name="直線コネクタ 97">
            <a:extLst>
              <a:ext uri="{FF2B5EF4-FFF2-40B4-BE49-F238E27FC236}">
                <a16:creationId xmlns:a16="http://schemas.microsoft.com/office/drawing/2014/main" id="{90AFB3FE-DC47-5E14-B2C2-043B578CC543}"/>
              </a:ext>
            </a:extLst>
          </p:cNvPr>
          <p:cNvCxnSpPr>
            <a:cxnSpLocks/>
          </p:cNvCxnSpPr>
          <p:nvPr/>
        </p:nvCxnSpPr>
        <p:spPr>
          <a:xfrm>
            <a:off x="2872688" y="623017"/>
            <a:ext cx="434305" cy="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" name="直線コネクタ 101">
            <a:extLst>
              <a:ext uri="{FF2B5EF4-FFF2-40B4-BE49-F238E27FC236}">
                <a16:creationId xmlns:a16="http://schemas.microsoft.com/office/drawing/2014/main" id="{0B0666BE-153F-22A3-2ABC-40E26C6122AE}"/>
              </a:ext>
            </a:extLst>
          </p:cNvPr>
          <p:cNvCxnSpPr>
            <a:cxnSpLocks/>
          </p:cNvCxnSpPr>
          <p:nvPr/>
        </p:nvCxnSpPr>
        <p:spPr>
          <a:xfrm>
            <a:off x="3188395" y="1259801"/>
            <a:ext cx="434305" cy="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" name="直線矢印コネクタ 102">
            <a:extLst>
              <a:ext uri="{FF2B5EF4-FFF2-40B4-BE49-F238E27FC236}">
                <a16:creationId xmlns:a16="http://schemas.microsoft.com/office/drawing/2014/main" id="{6D657A53-5C39-5E62-AA6B-AF8C33AAB5B5}"/>
              </a:ext>
            </a:extLst>
          </p:cNvPr>
          <p:cNvCxnSpPr/>
          <p:nvPr/>
        </p:nvCxnSpPr>
        <p:spPr>
          <a:xfrm flipV="1">
            <a:off x="3306993" y="1057682"/>
            <a:ext cx="0" cy="36000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" name="直線コネクタ 105">
            <a:extLst>
              <a:ext uri="{FF2B5EF4-FFF2-40B4-BE49-F238E27FC236}">
                <a16:creationId xmlns:a16="http://schemas.microsoft.com/office/drawing/2014/main" id="{93F249AD-6022-8811-D4ED-A6384789D27E}"/>
              </a:ext>
            </a:extLst>
          </p:cNvPr>
          <p:cNvCxnSpPr>
            <a:cxnSpLocks/>
          </p:cNvCxnSpPr>
          <p:nvPr/>
        </p:nvCxnSpPr>
        <p:spPr>
          <a:xfrm>
            <a:off x="5057779" y="2697207"/>
            <a:ext cx="434305" cy="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" name="直線矢印コネクタ 106">
            <a:extLst>
              <a:ext uri="{FF2B5EF4-FFF2-40B4-BE49-F238E27FC236}">
                <a16:creationId xmlns:a16="http://schemas.microsoft.com/office/drawing/2014/main" id="{189A2C7D-0048-09F8-5E7A-421AA05F283D}"/>
              </a:ext>
            </a:extLst>
          </p:cNvPr>
          <p:cNvCxnSpPr/>
          <p:nvPr/>
        </p:nvCxnSpPr>
        <p:spPr>
          <a:xfrm flipV="1">
            <a:off x="5176377" y="2495088"/>
            <a:ext cx="0" cy="36000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8" name="直線矢印コネクタ 107">
            <a:extLst>
              <a:ext uri="{FF2B5EF4-FFF2-40B4-BE49-F238E27FC236}">
                <a16:creationId xmlns:a16="http://schemas.microsoft.com/office/drawing/2014/main" id="{53BAEE39-A6CA-B3AC-C70C-B55EAF2D4E01}"/>
              </a:ext>
            </a:extLst>
          </p:cNvPr>
          <p:cNvCxnSpPr>
            <a:cxnSpLocks/>
          </p:cNvCxnSpPr>
          <p:nvPr/>
        </p:nvCxnSpPr>
        <p:spPr>
          <a:xfrm>
            <a:off x="5353996" y="2521903"/>
            <a:ext cx="0" cy="360000"/>
          </a:xfrm>
          <a:prstGeom prst="straightConnector1">
            <a:avLst/>
          </a:prstGeom>
          <a:ln w="38100">
            <a:solidFill>
              <a:srgbClr val="FF0000"/>
            </a:solidFill>
            <a:prstDash val="sysDot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0" name="直線コネクタ 109">
            <a:extLst>
              <a:ext uri="{FF2B5EF4-FFF2-40B4-BE49-F238E27FC236}">
                <a16:creationId xmlns:a16="http://schemas.microsoft.com/office/drawing/2014/main" id="{6759CBB8-9DC0-31E7-EF7A-F5AA68E3F5A3}"/>
              </a:ext>
            </a:extLst>
          </p:cNvPr>
          <p:cNvCxnSpPr>
            <a:cxnSpLocks/>
          </p:cNvCxnSpPr>
          <p:nvPr/>
        </p:nvCxnSpPr>
        <p:spPr>
          <a:xfrm>
            <a:off x="4475835" y="1259801"/>
            <a:ext cx="434305" cy="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1" name="直線矢印コネクタ 110">
            <a:extLst>
              <a:ext uri="{FF2B5EF4-FFF2-40B4-BE49-F238E27FC236}">
                <a16:creationId xmlns:a16="http://schemas.microsoft.com/office/drawing/2014/main" id="{5B0CD856-87F7-C86D-30DA-5FA87B292985}"/>
              </a:ext>
            </a:extLst>
          </p:cNvPr>
          <p:cNvCxnSpPr/>
          <p:nvPr/>
        </p:nvCxnSpPr>
        <p:spPr>
          <a:xfrm flipV="1">
            <a:off x="4594433" y="1057682"/>
            <a:ext cx="0" cy="36000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4" name="直線コネクタ 113">
            <a:extLst>
              <a:ext uri="{FF2B5EF4-FFF2-40B4-BE49-F238E27FC236}">
                <a16:creationId xmlns:a16="http://schemas.microsoft.com/office/drawing/2014/main" id="{8491D5B2-C068-68A8-533C-7CB05069198E}"/>
              </a:ext>
            </a:extLst>
          </p:cNvPr>
          <p:cNvCxnSpPr>
            <a:cxnSpLocks/>
          </p:cNvCxnSpPr>
          <p:nvPr/>
        </p:nvCxnSpPr>
        <p:spPr>
          <a:xfrm>
            <a:off x="4742072" y="623017"/>
            <a:ext cx="434305" cy="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5" name="直線矢印コネクタ 114">
            <a:extLst>
              <a:ext uri="{FF2B5EF4-FFF2-40B4-BE49-F238E27FC236}">
                <a16:creationId xmlns:a16="http://schemas.microsoft.com/office/drawing/2014/main" id="{E161D743-D19A-BFD0-E879-3DD7B37E7DB0}"/>
              </a:ext>
            </a:extLst>
          </p:cNvPr>
          <p:cNvCxnSpPr/>
          <p:nvPr/>
        </p:nvCxnSpPr>
        <p:spPr>
          <a:xfrm flipV="1">
            <a:off x="4860670" y="420898"/>
            <a:ext cx="0" cy="36000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8" name="直線コネクタ 117">
            <a:extLst>
              <a:ext uri="{FF2B5EF4-FFF2-40B4-BE49-F238E27FC236}">
                <a16:creationId xmlns:a16="http://schemas.microsoft.com/office/drawing/2014/main" id="{8F610398-F19C-E74A-F3A4-BE334786D04E}"/>
              </a:ext>
            </a:extLst>
          </p:cNvPr>
          <p:cNvCxnSpPr>
            <a:cxnSpLocks/>
          </p:cNvCxnSpPr>
          <p:nvPr/>
        </p:nvCxnSpPr>
        <p:spPr>
          <a:xfrm>
            <a:off x="5057779" y="1259801"/>
            <a:ext cx="434305" cy="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9" name="直線矢印コネクタ 118">
            <a:extLst>
              <a:ext uri="{FF2B5EF4-FFF2-40B4-BE49-F238E27FC236}">
                <a16:creationId xmlns:a16="http://schemas.microsoft.com/office/drawing/2014/main" id="{0D7DE3F5-C004-8D51-502B-D75B76CF880D}"/>
              </a:ext>
            </a:extLst>
          </p:cNvPr>
          <p:cNvCxnSpPr/>
          <p:nvPr/>
        </p:nvCxnSpPr>
        <p:spPr>
          <a:xfrm flipV="1">
            <a:off x="5176377" y="1057682"/>
            <a:ext cx="0" cy="36000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2" name="直線コネクタ 121">
            <a:extLst>
              <a:ext uri="{FF2B5EF4-FFF2-40B4-BE49-F238E27FC236}">
                <a16:creationId xmlns:a16="http://schemas.microsoft.com/office/drawing/2014/main" id="{AA3929B6-9D91-18A7-D307-C7D706DCF384}"/>
              </a:ext>
            </a:extLst>
          </p:cNvPr>
          <p:cNvCxnSpPr>
            <a:cxnSpLocks/>
          </p:cNvCxnSpPr>
          <p:nvPr/>
        </p:nvCxnSpPr>
        <p:spPr>
          <a:xfrm>
            <a:off x="5324016" y="623017"/>
            <a:ext cx="434305" cy="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6" name="直線コネクタ 125">
            <a:extLst>
              <a:ext uri="{FF2B5EF4-FFF2-40B4-BE49-F238E27FC236}">
                <a16:creationId xmlns:a16="http://schemas.microsoft.com/office/drawing/2014/main" id="{873EC306-9080-1872-B88F-0021C893D697}"/>
              </a:ext>
            </a:extLst>
          </p:cNvPr>
          <p:cNvCxnSpPr>
            <a:cxnSpLocks/>
          </p:cNvCxnSpPr>
          <p:nvPr/>
        </p:nvCxnSpPr>
        <p:spPr>
          <a:xfrm>
            <a:off x="5639723" y="1259801"/>
            <a:ext cx="434305" cy="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7" name="直線矢印コネクタ 126">
            <a:extLst>
              <a:ext uri="{FF2B5EF4-FFF2-40B4-BE49-F238E27FC236}">
                <a16:creationId xmlns:a16="http://schemas.microsoft.com/office/drawing/2014/main" id="{7445FA53-72FB-CDF0-55DA-54A6018FE707}"/>
              </a:ext>
            </a:extLst>
          </p:cNvPr>
          <p:cNvCxnSpPr/>
          <p:nvPr/>
        </p:nvCxnSpPr>
        <p:spPr>
          <a:xfrm flipV="1">
            <a:off x="5758321" y="1057682"/>
            <a:ext cx="0" cy="36000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31" name="グループ化 130">
            <a:extLst>
              <a:ext uri="{FF2B5EF4-FFF2-40B4-BE49-F238E27FC236}">
                <a16:creationId xmlns:a16="http://schemas.microsoft.com/office/drawing/2014/main" id="{5B4C4A67-612B-8221-A1DE-4BB592C41EC4}"/>
              </a:ext>
            </a:extLst>
          </p:cNvPr>
          <p:cNvGrpSpPr/>
          <p:nvPr/>
        </p:nvGrpSpPr>
        <p:grpSpPr>
          <a:xfrm>
            <a:off x="7826952" y="2495088"/>
            <a:ext cx="434305" cy="386815"/>
            <a:chOff x="2457035" y="2715378"/>
            <a:chExt cx="434305" cy="386815"/>
          </a:xfrm>
        </p:grpSpPr>
        <p:cxnSp>
          <p:nvCxnSpPr>
            <p:cNvPr id="132" name="直線コネクタ 131">
              <a:extLst>
                <a:ext uri="{FF2B5EF4-FFF2-40B4-BE49-F238E27FC236}">
                  <a16:creationId xmlns:a16="http://schemas.microsoft.com/office/drawing/2014/main" id="{88479F1E-447D-08FC-CA64-C99B8A008EA1}"/>
                </a:ext>
              </a:extLst>
            </p:cNvPr>
            <p:cNvCxnSpPr>
              <a:cxnSpLocks/>
            </p:cNvCxnSpPr>
            <p:nvPr/>
          </p:nvCxnSpPr>
          <p:spPr>
            <a:xfrm>
              <a:off x="2457035" y="2917497"/>
              <a:ext cx="434305" cy="0"/>
            </a:xfrm>
            <a:prstGeom prst="line">
              <a:avLst/>
            </a:prstGeom>
            <a:ln w="5715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3" name="直線矢印コネクタ 132">
              <a:extLst>
                <a:ext uri="{FF2B5EF4-FFF2-40B4-BE49-F238E27FC236}">
                  <a16:creationId xmlns:a16="http://schemas.microsoft.com/office/drawing/2014/main" id="{450BB2E2-CC4A-6D5F-D644-D1EBC1C4799E}"/>
                </a:ext>
              </a:extLst>
            </p:cNvPr>
            <p:cNvCxnSpPr/>
            <p:nvPr/>
          </p:nvCxnSpPr>
          <p:spPr>
            <a:xfrm flipV="1">
              <a:off x="2575633" y="2715378"/>
              <a:ext cx="0" cy="36000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4" name="直線矢印コネクタ 133">
              <a:extLst>
                <a:ext uri="{FF2B5EF4-FFF2-40B4-BE49-F238E27FC236}">
                  <a16:creationId xmlns:a16="http://schemas.microsoft.com/office/drawing/2014/main" id="{5CB46760-8F4B-528D-05E2-FAB28268029E}"/>
                </a:ext>
              </a:extLst>
            </p:cNvPr>
            <p:cNvCxnSpPr>
              <a:cxnSpLocks/>
            </p:cNvCxnSpPr>
            <p:nvPr/>
          </p:nvCxnSpPr>
          <p:spPr>
            <a:xfrm>
              <a:off x="2753252" y="2742193"/>
              <a:ext cx="0" cy="36000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35" name="直線コネクタ 134">
            <a:extLst>
              <a:ext uri="{FF2B5EF4-FFF2-40B4-BE49-F238E27FC236}">
                <a16:creationId xmlns:a16="http://schemas.microsoft.com/office/drawing/2014/main" id="{D0D681C7-013F-BE80-0D58-60C2C54E8715}"/>
              </a:ext>
            </a:extLst>
          </p:cNvPr>
          <p:cNvCxnSpPr/>
          <p:nvPr/>
        </p:nvCxnSpPr>
        <p:spPr>
          <a:xfrm>
            <a:off x="7177574" y="4321492"/>
            <a:ext cx="1397000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6" name="テキスト ボックス 135">
            <a:extLst>
              <a:ext uri="{FF2B5EF4-FFF2-40B4-BE49-F238E27FC236}">
                <a16:creationId xmlns:a16="http://schemas.microsoft.com/office/drawing/2014/main" id="{E1694354-03E8-78CE-059F-D79AF0854955}"/>
              </a:ext>
            </a:extLst>
          </p:cNvPr>
          <p:cNvSpPr txBox="1"/>
          <p:nvPr/>
        </p:nvSpPr>
        <p:spPr>
          <a:xfrm>
            <a:off x="7289446" y="4786186"/>
            <a:ext cx="130035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000" dirty="0">
                <a:latin typeface="Arial" panose="020B0604020202020204" pitchFamily="34" charset="0"/>
                <a:ea typeface="Arial Unicode MS" panose="020B0604020202020204" pitchFamily="50" charset="-128"/>
                <a:cs typeface="Arial" panose="020B0604020202020204" pitchFamily="34" charset="0"/>
              </a:rPr>
              <a:t>Mn(IV)=O</a:t>
            </a:r>
          </a:p>
        </p:txBody>
      </p:sp>
      <p:cxnSp>
        <p:nvCxnSpPr>
          <p:cNvPr id="137" name="直線コネクタ 136">
            <a:extLst>
              <a:ext uri="{FF2B5EF4-FFF2-40B4-BE49-F238E27FC236}">
                <a16:creationId xmlns:a16="http://schemas.microsoft.com/office/drawing/2014/main" id="{9B26FD05-9FDA-D207-C7A5-44E894D06C9B}"/>
              </a:ext>
            </a:extLst>
          </p:cNvPr>
          <p:cNvCxnSpPr/>
          <p:nvPr/>
        </p:nvCxnSpPr>
        <p:spPr>
          <a:xfrm>
            <a:off x="9796932" y="3559492"/>
            <a:ext cx="1397000" cy="0"/>
          </a:xfrm>
          <a:prstGeom prst="line">
            <a:avLst/>
          </a:prstGeom>
          <a:ln w="19050">
            <a:solidFill>
              <a:schemeClr val="tx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8" name="テキスト ボックス 137">
            <a:extLst>
              <a:ext uri="{FF2B5EF4-FFF2-40B4-BE49-F238E27FC236}">
                <a16:creationId xmlns:a16="http://schemas.microsoft.com/office/drawing/2014/main" id="{20BDF8EF-BFA6-3807-9504-EA88BFF4842E}"/>
              </a:ext>
            </a:extLst>
          </p:cNvPr>
          <p:cNvSpPr txBox="1"/>
          <p:nvPr/>
        </p:nvSpPr>
        <p:spPr>
          <a:xfrm>
            <a:off x="9837544" y="4786186"/>
            <a:ext cx="129554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000" dirty="0">
                <a:latin typeface="Arial" panose="020B0604020202020204" pitchFamily="34" charset="0"/>
                <a:ea typeface="Arial Unicode MS" panose="020B0604020202020204" pitchFamily="50" charset="-128"/>
                <a:cs typeface="Arial" panose="020B0604020202020204" pitchFamily="34" charset="0"/>
              </a:rPr>
              <a:t>Mn(III)-O•</a:t>
            </a:r>
          </a:p>
        </p:txBody>
      </p:sp>
      <p:cxnSp>
        <p:nvCxnSpPr>
          <p:cNvPr id="139" name="直線コネクタ 138">
            <a:extLst>
              <a:ext uri="{FF2B5EF4-FFF2-40B4-BE49-F238E27FC236}">
                <a16:creationId xmlns:a16="http://schemas.microsoft.com/office/drawing/2014/main" id="{FAAAE2D1-5B22-CBD2-E40F-2485E717BA90}"/>
              </a:ext>
            </a:extLst>
          </p:cNvPr>
          <p:cNvCxnSpPr/>
          <p:nvPr/>
        </p:nvCxnSpPr>
        <p:spPr>
          <a:xfrm>
            <a:off x="9796932" y="3919082"/>
            <a:ext cx="1397000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0" name="直線矢印コネクタ 139">
            <a:extLst>
              <a:ext uri="{FF2B5EF4-FFF2-40B4-BE49-F238E27FC236}">
                <a16:creationId xmlns:a16="http://schemas.microsoft.com/office/drawing/2014/main" id="{BD4C8E15-95A2-1956-25D5-AEF0DD0FC1A4}"/>
              </a:ext>
            </a:extLst>
          </p:cNvPr>
          <p:cNvCxnSpPr>
            <a:cxnSpLocks/>
          </p:cNvCxnSpPr>
          <p:nvPr/>
        </p:nvCxnSpPr>
        <p:spPr>
          <a:xfrm>
            <a:off x="11193932" y="3634768"/>
            <a:ext cx="0" cy="216000"/>
          </a:xfrm>
          <a:prstGeom prst="straightConnector1">
            <a:avLst/>
          </a:prstGeom>
          <a:ln w="38100">
            <a:solidFill>
              <a:srgbClr val="0070C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1" name="テキスト ボックス 140">
            <a:extLst>
              <a:ext uri="{FF2B5EF4-FFF2-40B4-BE49-F238E27FC236}">
                <a16:creationId xmlns:a16="http://schemas.microsoft.com/office/drawing/2014/main" id="{A6D906B0-B7C9-8DAB-63A1-17F90D3AB32A}"/>
              </a:ext>
            </a:extLst>
          </p:cNvPr>
          <p:cNvSpPr txBox="1"/>
          <p:nvPr/>
        </p:nvSpPr>
        <p:spPr>
          <a:xfrm>
            <a:off x="10575770" y="3968847"/>
            <a:ext cx="11464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>
                <a:latin typeface="Arial" panose="020B0604020202020204" pitchFamily="34" charset="0"/>
                <a:cs typeface="Arial" panose="020B0604020202020204" pitchFamily="34" charset="0"/>
              </a:rPr>
              <a:t>stabilized</a:t>
            </a:r>
            <a:endParaRPr kumimoji="1" lang="ja-JP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142" name="直線矢印コネクタ 141">
            <a:extLst>
              <a:ext uri="{FF2B5EF4-FFF2-40B4-BE49-F238E27FC236}">
                <a16:creationId xmlns:a16="http://schemas.microsoft.com/office/drawing/2014/main" id="{57A6FA91-485F-9DD3-71C6-771F4E59B880}"/>
              </a:ext>
            </a:extLst>
          </p:cNvPr>
          <p:cNvCxnSpPr>
            <a:cxnSpLocks/>
          </p:cNvCxnSpPr>
          <p:nvPr/>
        </p:nvCxnSpPr>
        <p:spPr>
          <a:xfrm>
            <a:off x="8844474" y="4970852"/>
            <a:ext cx="800732" cy="0"/>
          </a:xfrm>
          <a:prstGeom prst="straightConnector1">
            <a:avLst/>
          </a:prstGeom>
          <a:ln w="44450">
            <a:solidFill>
              <a:schemeClr val="tx1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3" name="テキスト ボックス 142">
            <a:extLst>
              <a:ext uri="{FF2B5EF4-FFF2-40B4-BE49-F238E27FC236}">
                <a16:creationId xmlns:a16="http://schemas.microsoft.com/office/drawing/2014/main" id="{E4F1FD06-BA0E-7324-63DE-62632BA884FD}"/>
              </a:ext>
            </a:extLst>
          </p:cNvPr>
          <p:cNvSpPr txBox="1"/>
          <p:nvPr/>
        </p:nvSpPr>
        <p:spPr>
          <a:xfrm>
            <a:off x="8556697" y="5188596"/>
            <a:ext cx="135806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ja-JP" dirty="0">
                <a:latin typeface="Arial" panose="020B0604020202020204" pitchFamily="34" charset="0"/>
                <a:cs typeface="Arial" panose="020B0604020202020204" pitchFamily="34" charset="0"/>
              </a:rPr>
              <a:t>Resonance</a:t>
            </a:r>
          </a:p>
          <a:p>
            <a:pPr algn="ctr"/>
            <a:r>
              <a:rPr lang="en-US" altLang="ja-JP" dirty="0">
                <a:latin typeface="Arial" panose="020B0604020202020204" pitchFamily="34" charset="0"/>
                <a:cs typeface="Arial" panose="020B0604020202020204" pitchFamily="34" charset="0"/>
              </a:rPr>
              <a:t>structure</a:t>
            </a:r>
            <a:endParaRPr kumimoji="1" lang="ja-JP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144" name="直線コネクタ 143">
            <a:extLst>
              <a:ext uri="{FF2B5EF4-FFF2-40B4-BE49-F238E27FC236}">
                <a16:creationId xmlns:a16="http://schemas.microsoft.com/office/drawing/2014/main" id="{72F7426F-B17E-EE7B-91AD-1B640CBC7332}"/>
              </a:ext>
            </a:extLst>
          </p:cNvPr>
          <p:cNvCxnSpPr>
            <a:cxnSpLocks/>
          </p:cNvCxnSpPr>
          <p:nvPr/>
        </p:nvCxnSpPr>
        <p:spPr>
          <a:xfrm>
            <a:off x="7245008" y="1445943"/>
            <a:ext cx="434305" cy="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5" name="直線矢印コネクタ 144">
            <a:extLst>
              <a:ext uri="{FF2B5EF4-FFF2-40B4-BE49-F238E27FC236}">
                <a16:creationId xmlns:a16="http://schemas.microsoft.com/office/drawing/2014/main" id="{32F2D99D-6596-528F-3922-3F4D2DEE92C9}"/>
              </a:ext>
            </a:extLst>
          </p:cNvPr>
          <p:cNvCxnSpPr/>
          <p:nvPr/>
        </p:nvCxnSpPr>
        <p:spPr>
          <a:xfrm flipV="1">
            <a:off x="7363606" y="1243824"/>
            <a:ext cx="0" cy="36000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6" name="直線コネクタ 145">
            <a:extLst>
              <a:ext uri="{FF2B5EF4-FFF2-40B4-BE49-F238E27FC236}">
                <a16:creationId xmlns:a16="http://schemas.microsoft.com/office/drawing/2014/main" id="{82973FBB-7D8A-9524-087E-B380114687EA}"/>
              </a:ext>
            </a:extLst>
          </p:cNvPr>
          <p:cNvCxnSpPr>
            <a:cxnSpLocks/>
          </p:cNvCxnSpPr>
          <p:nvPr/>
        </p:nvCxnSpPr>
        <p:spPr>
          <a:xfrm>
            <a:off x="7511245" y="825136"/>
            <a:ext cx="434305" cy="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7" name="直線コネクタ 146">
            <a:extLst>
              <a:ext uri="{FF2B5EF4-FFF2-40B4-BE49-F238E27FC236}">
                <a16:creationId xmlns:a16="http://schemas.microsoft.com/office/drawing/2014/main" id="{C2CB0E49-C029-7EF6-369D-A0EE6DA97127}"/>
              </a:ext>
            </a:extLst>
          </p:cNvPr>
          <p:cNvCxnSpPr>
            <a:cxnSpLocks/>
          </p:cNvCxnSpPr>
          <p:nvPr/>
        </p:nvCxnSpPr>
        <p:spPr>
          <a:xfrm>
            <a:off x="7826952" y="1445943"/>
            <a:ext cx="434305" cy="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8" name="直線矢印コネクタ 147">
            <a:extLst>
              <a:ext uri="{FF2B5EF4-FFF2-40B4-BE49-F238E27FC236}">
                <a16:creationId xmlns:a16="http://schemas.microsoft.com/office/drawing/2014/main" id="{82D06A2F-2103-1A30-9132-4CB6B838DC95}"/>
              </a:ext>
            </a:extLst>
          </p:cNvPr>
          <p:cNvCxnSpPr/>
          <p:nvPr/>
        </p:nvCxnSpPr>
        <p:spPr>
          <a:xfrm flipV="1">
            <a:off x="7945550" y="1243824"/>
            <a:ext cx="0" cy="36000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9" name="直線コネクタ 148">
            <a:extLst>
              <a:ext uri="{FF2B5EF4-FFF2-40B4-BE49-F238E27FC236}">
                <a16:creationId xmlns:a16="http://schemas.microsoft.com/office/drawing/2014/main" id="{A0DBC2D0-6A56-B9C2-E84B-D144AAD72ACB}"/>
              </a:ext>
            </a:extLst>
          </p:cNvPr>
          <p:cNvCxnSpPr>
            <a:cxnSpLocks/>
          </p:cNvCxnSpPr>
          <p:nvPr/>
        </p:nvCxnSpPr>
        <p:spPr>
          <a:xfrm>
            <a:off x="8093189" y="825136"/>
            <a:ext cx="434305" cy="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0" name="直線コネクタ 149">
            <a:extLst>
              <a:ext uri="{FF2B5EF4-FFF2-40B4-BE49-F238E27FC236}">
                <a16:creationId xmlns:a16="http://schemas.microsoft.com/office/drawing/2014/main" id="{56B45B17-4343-66EC-3C9F-3E733D5E1D92}"/>
              </a:ext>
            </a:extLst>
          </p:cNvPr>
          <p:cNvCxnSpPr>
            <a:cxnSpLocks/>
          </p:cNvCxnSpPr>
          <p:nvPr/>
        </p:nvCxnSpPr>
        <p:spPr>
          <a:xfrm>
            <a:off x="8408896" y="1445943"/>
            <a:ext cx="434305" cy="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1" name="直線矢印コネクタ 150">
            <a:extLst>
              <a:ext uri="{FF2B5EF4-FFF2-40B4-BE49-F238E27FC236}">
                <a16:creationId xmlns:a16="http://schemas.microsoft.com/office/drawing/2014/main" id="{EF416A74-6839-7CE9-6C90-557BC5F248A6}"/>
              </a:ext>
            </a:extLst>
          </p:cNvPr>
          <p:cNvCxnSpPr/>
          <p:nvPr/>
        </p:nvCxnSpPr>
        <p:spPr>
          <a:xfrm flipV="1">
            <a:off x="8527494" y="1243824"/>
            <a:ext cx="0" cy="36000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2" name="直線コネクタ 151">
            <a:extLst>
              <a:ext uri="{FF2B5EF4-FFF2-40B4-BE49-F238E27FC236}">
                <a16:creationId xmlns:a16="http://schemas.microsoft.com/office/drawing/2014/main" id="{9E181468-142A-A5E2-CFB9-5B339F07439F}"/>
              </a:ext>
            </a:extLst>
          </p:cNvPr>
          <p:cNvCxnSpPr>
            <a:cxnSpLocks/>
          </p:cNvCxnSpPr>
          <p:nvPr/>
        </p:nvCxnSpPr>
        <p:spPr>
          <a:xfrm>
            <a:off x="10278280" y="2697207"/>
            <a:ext cx="434305" cy="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3" name="直線矢印コネクタ 152">
            <a:extLst>
              <a:ext uri="{FF2B5EF4-FFF2-40B4-BE49-F238E27FC236}">
                <a16:creationId xmlns:a16="http://schemas.microsoft.com/office/drawing/2014/main" id="{EAE0697A-EE09-1E46-522A-03B5C2E2C9D4}"/>
              </a:ext>
            </a:extLst>
          </p:cNvPr>
          <p:cNvCxnSpPr/>
          <p:nvPr/>
        </p:nvCxnSpPr>
        <p:spPr>
          <a:xfrm flipV="1">
            <a:off x="10396878" y="2495088"/>
            <a:ext cx="0" cy="36000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4" name="直線矢印コネクタ 153">
            <a:extLst>
              <a:ext uri="{FF2B5EF4-FFF2-40B4-BE49-F238E27FC236}">
                <a16:creationId xmlns:a16="http://schemas.microsoft.com/office/drawing/2014/main" id="{A5751AED-04E5-00F4-F32B-0281E477C8A4}"/>
              </a:ext>
            </a:extLst>
          </p:cNvPr>
          <p:cNvCxnSpPr>
            <a:cxnSpLocks/>
          </p:cNvCxnSpPr>
          <p:nvPr/>
        </p:nvCxnSpPr>
        <p:spPr>
          <a:xfrm>
            <a:off x="10574497" y="2521903"/>
            <a:ext cx="0" cy="360000"/>
          </a:xfrm>
          <a:prstGeom prst="straightConnector1">
            <a:avLst/>
          </a:prstGeom>
          <a:ln w="38100">
            <a:solidFill>
              <a:srgbClr val="FF0000"/>
            </a:solidFill>
            <a:prstDash val="sysDot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5" name="直線コネクタ 154">
            <a:extLst>
              <a:ext uri="{FF2B5EF4-FFF2-40B4-BE49-F238E27FC236}">
                <a16:creationId xmlns:a16="http://schemas.microsoft.com/office/drawing/2014/main" id="{1667F147-9E54-36D8-034A-396736767373}"/>
              </a:ext>
            </a:extLst>
          </p:cNvPr>
          <p:cNvCxnSpPr>
            <a:cxnSpLocks/>
          </p:cNvCxnSpPr>
          <p:nvPr/>
        </p:nvCxnSpPr>
        <p:spPr>
          <a:xfrm>
            <a:off x="9696336" y="1445943"/>
            <a:ext cx="434305" cy="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6" name="直線矢印コネクタ 155">
            <a:extLst>
              <a:ext uri="{FF2B5EF4-FFF2-40B4-BE49-F238E27FC236}">
                <a16:creationId xmlns:a16="http://schemas.microsoft.com/office/drawing/2014/main" id="{B284B478-948F-BED7-39B2-D72D5EE391F4}"/>
              </a:ext>
            </a:extLst>
          </p:cNvPr>
          <p:cNvCxnSpPr/>
          <p:nvPr/>
        </p:nvCxnSpPr>
        <p:spPr>
          <a:xfrm flipV="1">
            <a:off x="9814934" y="1243824"/>
            <a:ext cx="0" cy="36000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7" name="直線コネクタ 156">
            <a:extLst>
              <a:ext uri="{FF2B5EF4-FFF2-40B4-BE49-F238E27FC236}">
                <a16:creationId xmlns:a16="http://schemas.microsoft.com/office/drawing/2014/main" id="{EC9390AD-F271-CE52-F8E2-12C4E477952B}"/>
              </a:ext>
            </a:extLst>
          </p:cNvPr>
          <p:cNvCxnSpPr>
            <a:cxnSpLocks/>
          </p:cNvCxnSpPr>
          <p:nvPr/>
        </p:nvCxnSpPr>
        <p:spPr>
          <a:xfrm>
            <a:off x="9962573" y="825136"/>
            <a:ext cx="434305" cy="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8" name="直線矢印コネクタ 157">
            <a:extLst>
              <a:ext uri="{FF2B5EF4-FFF2-40B4-BE49-F238E27FC236}">
                <a16:creationId xmlns:a16="http://schemas.microsoft.com/office/drawing/2014/main" id="{AC883152-3F05-854F-B203-82D78F2EAD1F}"/>
              </a:ext>
            </a:extLst>
          </p:cNvPr>
          <p:cNvCxnSpPr/>
          <p:nvPr/>
        </p:nvCxnSpPr>
        <p:spPr>
          <a:xfrm flipV="1">
            <a:off x="10081171" y="623017"/>
            <a:ext cx="0" cy="36000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9" name="直線コネクタ 158">
            <a:extLst>
              <a:ext uri="{FF2B5EF4-FFF2-40B4-BE49-F238E27FC236}">
                <a16:creationId xmlns:a16="http://schemas.microsoft.com/office/drawing/2014/main" id="{E5562014-0818-EC5D-58B5-AA4B5495DFD2}"/>
              </a:ext>
            </a:extLst>
          </p:cNvPr>
          <p:cNvCxnSpPr>
            <a:cxnSpLocks/>
          </p:cNvCxnSpPr>
          <p:nvPr/>
        </p:nvCxnSpPr>
        <p:spPr>
          <a:xfrm>
            <a:off x="10278280" y="1445943"/>
            <a:ext cx="434305" cy="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0" name="直線矢印コネクタ 159">
            <a:extLst>
              <a:ext uri="{FF2B5EF4-FFF2-40B4-BE49-F238E27FC236}">
                <a16:creationId xmlns:a16="http://schemas.microsoft.com/office/drawing/2014/main" id="{F6D87DC4-2F3F-EDF3-19B6-C32B52BE8B88}"/>
              </a:ext>
            </a:extLst>
          </p:cNvPr>
          <p:cNvCxnSpPr/>
          <p:nvPr/>
        </p:nvCxnSpPr>
        <p:spPr>
          <a:xfrm flipV="1">
            <a:off x="10396878" y="1243824"/>
            <a:ext cx="0" cy="36000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1" name="直線コネクタ 160">
            <a:extLst>
              <a:ext uri="{FF2B5EF4-FFF2-40B4-BE49-F238E27FC236}">
                <a16:creationId xmlns:a16="http://schemas.microsoft.com/office/drawing/2014/main" id="{CF16F598-A9FC-43C8-E7CF-52C666A5DF09}"/>
              </a:ext>
            </a:extLst>
          </p:cNvPr>
          <p:cNvCxnSpPr>
            <a:cxnSpLocks/>
          </p:cNvCxnSpPr>
          <p:nvPr/>
        </p:nvCxnSpPr>
        <p:spPr>
          <a:xfrm>
            <a:off x="10544517" y="825136"/>
            <a:ext cx="434305" cy="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2" name="直線コネクタ 161">
            <a:extLst>
              <a:ext uri="{FF2B5EF4-FFF2-40B4-BE49-F238E27FC236}">
                <a16:creationId xmlns:a16="http://schemas.microsoft.com/office/drawing/2014/main" id="{3309F6E0-45BD-12F1-5F76-1E0A6A08AFEA}"/>
              </a:ext>
            </a:extLst>
          </p:cNvPr>
          <p:cNvCxnSpPr>
            <a:cxnSpLocks/>
          </p:cNvCxnSpPr>
          <p:nvPr/>
        </p:nvCxnSpPr>
        <p:spPr>
          <a:xfrm>
            <a:off x="10860224" y="1445943"/>
            <a:ext cx="434305" cy="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3" name="直線矢印コネクタ 162">
            <a:extLst>
              <a:ext uri="{FF2B5EF4-FFF2-40B4-BE49-F238E27FC236}">
                <a16:creationId xmlns:a16="http://schemas.microsoft.com/office/drawing/2014/main" id="{C550CA60-37C3-DB88-87A3-342E1B253C62}"/>
              </a:ext>
            </a:extLst>
          </p:cNvPr>
          <p:cNvCxnSpPr/>
          <p:nvPr/>
        </p:nvCxnSpPr>
        <p:spPr>
          <a:xfrm flipV="1">
            <a:off x="10978822" y="1243824"/>
            <a:ext cx="0" cy="36000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4" name="テキスト ボックス 163">
            <a:extLst>
              <a:ext uri="{FF2B5EF4-FFF2-40B4-BE49-F238E27FC236}">
                <a16:creationId xmlns:a16="http://schemas.microsoft.com/office/drawing/2014/main" id="{A9BA7480-DEB2-28AF-E947-055178895332}"/>
              </a:ext>
            </a:extLst>
          </p:cNvPr>
          <p:cNvSpPr txBox="1"/>
          <p:nvPr/>
        </p:nvSpPr>
        <p:spPr>
          <a:xfrm>
            <a:off x="2871234" y="6173788"/>
            <a:ext cx="20697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>
                <a:latin typeface="Arial" panose="020B0604020202020204" pitchFamily="34" charset="0"/>
                <a:cs typeface="Arial" panose="020B0604020202020204" pitchFamily="34" charset="0"/>
              </a:rPr>
              <a:t>In the Na</a:t>
            </a:r>
            <a:r>
              <a:rPr kumimoji="1" lang="en-US" altLang="ja-JP" baseline="30000" dirty="0">
                <a:latin typeface="Arial" panose="020B0604020202020204" pitchFamily="34" charset="0"/>
                <a:cs typeface="Arial" panose="020B0604020202020204" pitchFamily="34" charset="0"/>
              </a:rPr>
              <a:t>+</a:t>
            </a:r>
            <a:r>
              <a:rPr kumimoji="1" lang="en-US" altLang="ja-JP" dirty="0">
                <a:latin typeface="Arial" panose="020B0604020202020204" pitchFamily="34" charset="0"/>
                <a:cs typeface="Arial" panose="020B0604020202020204" pitchFamily="34" charset="0"/>
              </a:rPr>
              <a:t> solution</a:t>
            </a:r>
            <a:endParaRPr kumimoji="1" lang="ja-JP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5" name="テキスト ボックス 164">
            <a:extLst>
              <a:ext uri="{FF2B5EF4-FFF2-40B4-BE49-F238E27FC236}">
                <a16:creationId xmlns:a16="http://schemas.microsoft.com/office/drawing/2014/main" id="{B9D4ECE8-1DC4-81D1-58F7-14DD73FAB185}"/>
              </a:ext>
            </a:extLst>
          </p:cNvPr>
          <p:cNvSpPr txBox="1"/>
          <p:nvPr/>
        </p:nvSpPr>
        <p:spPr>
          <a:xfrm>
            <a:off x="8356399" y="6173788"/>
            <a:ext cx="19287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>
                <a:latin typeface="Arial" panose="020B0604020202020204" pitchFamily="34" charset="0"/>
                <a:cs typeface="Arial" panose="020B0604020202020204" pitchFamily="34" charset="0"/>
              </a:rPr>
              <a:t>In the K</a:t>
            </a:r>
            <a:r>
              <a:rPr kumimoji="1" lang="en-US" altLang="ja-JP" baseline="30000" dirty="0">
                <a:latin typeface="Arial" panose="020B0604020202020204" pitchFamily="34" charset="0"/>
                <a:cs typeface="Arial" panose="020B0604020202020204" pitchFamily="34" charset="0"/>
              </a:rPr>
              <a:t>+</a:t>
            </a:r>
            <a:r>
              <a:rPr kumimoji="1" lang="en-US" altLang="ja-JP" dirty="0">
                <a:latin typeface="Arial" panose="020B0604020202020204" pitchFamily="34" charset="0"/>
                <a:cs typeface="Arial" panose="020B0604020202020204" pitchFamily="34" charset="0"/>
              </a:rPr>
              <a:t> solution</a:t>
            </a:r>
            <a:endParaRPr kumimoji="1" lang="ja-JP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2" name="直線コネクタ 1">
            <a:extLst>
              <a:ext uri="{FF2B5EF4-FFF2-40B4-BE49-F238E27FC236}">
                <a16:creationId xmlns:a16="http://schemas.microsoft.com/office/drawing/2014/main" id="{CF706A63-ABEE-332B-CBE5-DD5C36540D59}"/>
              </a:ext>
            </a:extLst>
          </p:cNvPr>
          <p:cNvCxnSpPr>
            <a:cxnSpLocks/>
          </p:cNvCxnSpPr>
          <p:nvPr/>
        </p:nvCxnSpPr>
        <p:spPr>
          <a:xfrm>
            <a:off x="5780574" y="623017"/>
            <a:ext cx="5198248" cy="0"/>
          </a:xfrm>
          <a:prstGeom prst="line">
            <a:avLst/>
          </a:prstGeom>
          <a:ln w="19050">
            <a:solidFill>
              <a:schemeClr val="tx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直線矢印コネクタ 3">
            <a:extLst>
              <a:ext uri="{FF2B5EF4-FFF2-40B4-BE49-F238E27FC236}">
                <a16:creationId xmlns:a16="http://schemas.microsoft.com/office/drawing/2014/main" id="{997C2E8F-9027-AF69-069B-043562779565}"/>
              </a:ext>
            </a:extLst>
          </p:cNvPr>
          <p:cNvCxnSpPr>
            <a:cxnSpLocks/>
          </p:cNvCxnSpPr>
          <p:nvPr/>
        </p:nvCxnSpPr>
        <p:spPr>
          <a:xfrm>
            <a:off x="11025690" y="633442"/>
            <a:ext cx="0" cy="216000"/>
          </a:xfrm>
          <a:prstGeom prst="straightConnector1">
            <a:avLst/>
          </a:prstGeom>
          <a:ln w="38100">
            <a:solidFill>
              <a:srgbClr val="0070C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2A856766-DDB6-A64A-BDC0-28A1782FB949}"/>
              </a:ext>
            </a:extLst>
          </p:cNvPr>
          <p:cNvSpPr txBox="1"/>
          <p:nvPr/>
        </p:nvSpPr>
        <p:spPr>
          <a:xfrm>
            <a:off x="10761669" y="140597"/>
            <a:ext cx="11464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>
                <a:latin typeface="Arial" panose="020B0604020202020204" pitchFamily="34" charset="0"/>
                <a:cs typeface="Arial" panose="020B0604020202020204" pitchFamily="34" charset="0"/>
              </a:rPr>
              <a:t>stabilized</a:t>
            </a:r>
            <a:endParaRPr kumimoji="1" lang="ja-JP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1274E805-4390-B8AA-0B87-45688D405BF8}"/>
              </a:ext>
            </a:extLst>
          </p:cNvPr>
          <p:cNvSpPr txBox="1"/>
          <p:nvPr/>
        </p:nvSpPr>
        <p:spPr>
          <a:xfrm>
            <a:off x="9656917" y="4340956"/>
            <a:ext cx="17892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dirty="0">
                <a:latin typeface="Arial" panose="020B0604020202020204" pitchFamily="34" charset="0"/>
                <a:cs typeface="Arial" panose="020B0604020202020204" pitchFamily="34" charset="0"/>
              </a:rPr>
              <a:t>More favorable</a:t>
            </a:r>
            <a:endParaRPr kumimoji="1" lang="ja-JP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902B0536-12AF-3D73-1785-56513E3BDA86}"/>
              </a:ext>
            </a:extLst>
          </p:cNvPr>
          <p:cNvSpPr txBox="1"/>
          <p:nvPr/>
        </p:nvSpPr>
        <p:spPr>
          <a:xfrm>
            <a:off x="-686998" y="3817900"/>
            <a:ext cx="1557866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dirty="0">
                <a:highlight>
                  <a:srgbClr val="FFFF00"/>
                </a:highlight>
              </a:rPr>
              <a:t>この縦軸の意味が分からないです。情報は完結な方が良い。</a:t>
            </a:r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0B7747F1-EB86-4B1C-A0C2-649362291E57}"/>
              </a:ext>
            </a:extLst>
          </p:cNvPr>
          <p:cNvSpPr txBox="1"/>
          <p:nvPr/>
        </p:nvSpPr>
        <p:spPr>
          <a:xfrm>
            <a:off x="4771263" y="5238617"/>
            <a:ext cx="1557866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dirty="0">
                <a:highlight>
                  <a:srgbClr val="FFFF00"/>
                </a:highlight>
              </a:rPr>
              <a:t>resonance</a:t>
            </a:r>
            <a:r>
              <a:rPr kumimoji="1" lang="ja-JP" altLang="en-US" dirty="0">
                <a:highlight>
                  <a:srgbClr val="FFFF00"/>
                </a:highlight>
              </a:rPr>
              <a:t>という単語が原稿中に登場しないので図でも使わない。</a:t>
            </a:r>
          </a:p>
        </p:txBody>
      </p:sp>
    </p:spTree>
    <p:extLst>
      <p:ext uri="{BB962C8B-B14F-4D97-AF65-F5344CB8AC3E}">
        <p14:creationId xmlns:p14="http://schemas.microsoft.com/office/powerpoint/2010/main" val="63088999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2992</TotalTime>
  <Words>299</Words>
  <Application>Microsoft Office PowerPoint</Application>
  <PresentationFormat>ワイド画面</PresentationFormat>
  <Paragraphs>83</Paragraphs>
  <Slides>7</Slides>
  <Notes>1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5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7</vt:i4>
      </vt:variant>
    </vt:vector>
  </HeadingPairs>
  <TitlesOfParts>
    <vt:vector size="13" baseType="lpstr">
      <vt:lpstr>Arial Unicode MS</vt:lpstr>
      <vt:lpstr>游ゴシック</vt:lpstr>
      <vt:lpstr>游ゴシック Light</vt:lpstr>
      <vt:lpstr>Arial</vt:lpstr>
      <vt:lpstr>Cambria Math</vt:lpstr>
      <vt:lpstr>Office テーマ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八束　孝一</dc:creator>
  <cp:lastModifiedBy>八束　孝一</cp:lastModifiedBy>
  <cp:revision>13</cp:revision>
  <dcterms:created xsi:type="dcterms:W3CDTF">2024-10-09T02:30:32Z</dcterms:created>
  <dcterms:modified xsi:type="dcterms:W3CDTF">2025-05-28T01:13:52Z</dcterms:modified>
</cp:coreProperties>
</file>