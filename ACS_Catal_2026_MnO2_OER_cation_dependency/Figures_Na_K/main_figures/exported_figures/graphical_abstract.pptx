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979613" cy="1800225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4660"/>
  </p:normalViewPr>
  <p:slideViewPr>
    <p:cSldViewPr snapToGrid="0">
      <p:cViewPr varScale="1">
        <p:scale>
          <a:sx n="321" d="100"/>
          <a:sy n="321" d="100"/>
        </p:scale>
        <p:origin x="13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71" y="294620"/>
            <a:ext cx="1682671" cy="626745"/>
          </a:xfrm>
        </p:spPr>
        <p:txBody>
          <a:bodyPr anchor="b"/>
          <a:lstStyle>
            <a:lvl1pPr algn="ctr">
              <a:defRPr sz="12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52" y="945535"/>
            <a:ext cx="1484710" cy="434638"/>
          </a:xfrm>
        </p:spPr>
        <p:txBody>
          <a:bodyPr/>
          <a:lstStyle>
            <a:lvl1pPr marL="0" indent="0" algn="ctr">
              <a:buNone/>
              <a:defRPr sz="520"/>
            </a:lvl1pPr>
            <a:lvl2pPr marL="98984" indent="0" algn="ctr">
              <a:buNone/>
              <a:defRPr sz="433"/>
            </a:lvl2pPr>
            <a:lvl3pPr marL="197968" indent="0" algn="ctr">
              <a:buNone/>
              <a:defRPr sz="390"/>
            </a:lvl3pPr>
            <a:lvl4pPr marL="296951" indent="0" algn="ctr">
              <a:buNone/>
              <a:defRPr sz="346"/>
            </a:lvl4pPr>
            <a:lvl5pPr marL="395935" indent="0" algn="ctr">
              <a:buNone/>
              <a:defRPr sz="346"/>
            </a:lvl5pPr>
            <a:lvl6pPr marL="494919" indent="0" algn="ctr">
              <a:buNone/>
              <a:defRPr sz="346"/>
            </a:lvl6pPr>
            <a:lvl7pPr marL="593903" indent="0" algn="ctr">
              <a:buNone/>
              <a:defRPr sz="346"/>
            </a:lvl7pPr>
            <a:lvl8pPr marL="692887" indent="0" algn="ctr">
              <a:buNone/>
              <a:defRPr sz="346"/>
            </a:lvl8pPr>
            <a:lvl9pPr marL="791870" indent="0" algn="ctr">
              <a:buNone/>
              <a:defRPr sz="34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78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774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68" y="448807"/>
            <a:ext cx="1707416" cy="748843"/>
          </a:xfrm>
        </p:spPr>
        <p:txBody>
          <a:bodyPr anchor="b"/>
          <a:lstStyle>
            <a:lvl1pPr>
              <a:defRPr sz="12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68" y="1204734"/>
            <a:ext cx="1707416" cy="393799"/>
          </a:xfrm>
        </p:spPr>
        <p:txBody>
          <a:bodyPr/>
          <a:lstStyle>
            <a:lvl1pPr marL="0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1pPr>
            <a:lvl2pPr marL="98984" indent="0">
              <a:buNone/>
              <a:defRPr sz="433">
                <a:solidFill>
                  <a:schemeClr val="tx1">
                    <a:tint val="82000"/>
                  </a:schemeClr>
                </a:solidFill>
              </a:defRPr>
            </a:lvl2pPr>
            <a:lvl3pPr marL="197968" indent="0">
              <a:buNone/>
              <a:defRPr sz="390">
                <a:solidFill>
                  <a:schemeClr val="tx1">
                    <a:tint val="82000"/>
                  </a:schemeClr>
                </a:solidFill>
              </a:defRPr>
            </a:lvl3pPr>
            <a:lvl4pPr marL="296951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4pPr>
            <a:lvl5pPr marL="395935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5pPr>
            <a:lvl6pPr marL="494919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6pPr>
            <a:lvl7pPr marL="593903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7pPr>
            <a:lvl8pPr marL="692887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8pPr>
            <a:lvl9pPr marL="791870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52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98" y="479227"/>
            <a:ext cx="841336" cy="114222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179" y="479227"/>
            <a:ext cx="841336" cy="114222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2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95846"/>
            <a:ext cx="1707416" cy="34796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6" y="441305"/>
            <a:ext cx="837469" cy="216277"/>
          </a:xfrm>
        </p:spPr>
        <p:txBody>
          <a:bodyPr anchor="b"/>
          <a:lstStyle>
            <a:lvl1pPr marL="0" indent="0">
              <a:buNone/>
              <a:defRPr sz="520" b="1"/>
            </a:lvl1pPr>
            <a:lvl2pPr marL="98984" indent="0">
              <a:buNone/>
              <a:defRPr sz="433" b="1"/>
            </a:lvl2pPr>
            <a:lvl3pPr marL="197968" indent="0">
              <a:buNone/>
              <a:defRPr sz="390" b="1"/>
            </a:lvl3pPr>
            <a:lvl4pPr marL="296951" indent="0">
              <a:buNone/>
              <a:defRPr sz="346" b="1"/>
            </a:lvl4pPr>
            <a:lvl5pPr marL="395935" indent="0">
              <a:buNone/>
              <a:defRPr sz="346" b="1"/>
            </a:lvl5pPr>
            <a:lvl6pPr marL="494919" indent="0">
              <a:buNone/>
              <a:defRPr sz="346" b="1"/>
            </a:lvl6pPr>
            <a:lvl7pPr marL="593903" indent="0">
              <a:buNone/>
              <a:defRPr sz="346" b="1"/>
            </a:lvl7pPr>
            <a:lvl8pPr marL="692887" indent="0">
              <a:buNone/>
              <a:defRPr sz="346" b="1"/>
            </a:lvl8pPr>
            <a:lvl9pPr marL="791870" indent="0">
              <a:buNone/>
              <a:defRPr sz="34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56" y="657582"/>
            <a:ext cx="837469" cy="9672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179" y="441305"/>
            <a:ext cx="841593" cy="216277"/>
          </a:xfrm>
        </p:spPr>
        <p:txBody>
          <a:bodyPr anchor="b"/>
          <a:lstStyle>
            <a:lvl1pPr marL="0" indent="0">
              <a:buNone/>
              <a:defRPr sz="520" b="1"/>
            </a:lvl1pPr>
            <a:lvl2pPr marL="98984" indent="0">
              <a:buNone/>
              <a:defRPr sz="433" b="1"/>
            </a:lvl2pPr>
            <a:lvl3pPr marL="197968" indent="0">
              <a:buNone/>
              <a:defRPr sz="390" b="1"/>
            </a:lvl3pPr>
            <a:lvl4pPr marL="296951" indent="0">
              <a:buNone/>
              <a:defRPr sz="346" b="1"/>
            </a:lvl4pPr>
            <a:lvl5pPr marL="395935" indent="0">
              <a:buNone/>
              <a:defRPr sz="346" b="1"/>
            </a:lvl5pPr>
            <a:lvl6pPr marL="494919" indent="0">
              <a:buNone/>
              <a:defRPr sz="346" b="1"/>
            </a:lvl6pPr>
            <a:lvl7pPr marL="593903" indent="0">
              <a:buNone/>
              <a:defRPr sz="346" b="1"/>
            </a:lvl7pPr>
            <a:lvl8pPr marL="692887" indent="0">
              <a:buNone/>
              <a:defRPr sz="346" b="1"/>
            </a:lvl8pPr>
            <a:lvl9pPr marL="791870" indent="0">
              <a:buNone/>
              <a:defRPr sz="34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179" y="657582"/>
            <a:ext cx="841593" cy="9672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27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32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879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120015"/>
            <a:ext cx="638477" cy="420053"/>
          </a:xfrm>
        </p:spPr>
        <p:txBody>
          <a:bodyPr anchor="b"/>
          <a:lstStyle>
            <a:lvl1pPr>
              <a:defRPr sz="69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593" y="259199"/>
            <a:ext cx="1002179" cy="1279327"/>
          </a:xfrm>
        </p:spPr>
        <p:txBody>
          <a:bodyPr/>
          <a:lstStyle>
            <a:lvl1pPr>
              <a:defRPr sz="693"/>
            </a:lvl1pPr>
            <a:lvl2pPr>
              <a:defRPr sz="606"/>
            </a:lvl2pPr>
            <a:lvl3pPr>
              <a:defRPr sz="520"/>
            </a:lvl3pPr>
            <a:lvl4pPr>
              <a:defRPr sz="433"/>
            </a:lvl4pPr>
            <a:lvl5pPr>
              <a:defRPr sz="433"/>
            </a:lvl5pPr>
            <a:lvl6pPr>
              <a:defRPr sz="433"/>
            </a:lvl6pPr>
            <a:lvl7pPr>
              <a:defRPr sz="433"/>
            </a:lvl7pPr>
            <a:lvl8pPr>
              <a:defRPr sz="433"/>
            </a:lvl8pPr>
            <a:lvl9pPr>
              <a:defRPr sz="4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6" y="540067"/>
            <a:ext cx="638477" cy="1000542"/>
          </a:xfrm>
        </p:spPr>
        <p:txBody>
          <a:bodyPr/>
          <a:lstStyle>
            <a:lvl1pPr marL="0" indent="0">
              <a:buNone/>
              <a:defRPr sz="346"/>
            </a:lvl1pPr>
            <a:lvl2pPr marL="98984" indent="0">
              <a:buNone/>
              <a:defRPr sz="303"/>
            </a:lvl2pPr>
            <a:lvl3pPr marL="197968" indent="0">
              <a:buNone/>
              <a:defRPr sz="260"/>
            </a:lvl3pPr>
            <a:lvl4pPr marL="296951" indent="0">
              <a:buNone/>
              <a:defRPr sz="217"/>
            </a:lvl4pPr>
            <a:lvl5pPr marL="395935" indent="0">
              <a:buNone/>
              <a:defRPr sz="217"/>
            </a:lvl5pPr>
            <a:lvl6pPr marL="494919" indent="0">
              <a:buNone/>
              <a:defRPr sz="217"/>
            </a:lvl6pPr>
            <a:lvl7pPr marL="593903" indent="0">
              <a:buNone/>
              <a:defRPr sz="217"/>
            </a:lvl7pPr>
            <a:lvl8pPr marL="692887" indent="0">
              <a:buNone/>
              <a:defRPr sz="217"/>
            </a:lvl8pPr>
            <a:lvl9pPr marL="791870" indent="0">
              <a:buNone/>
              <a:defRPr sz="21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18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120015"/>
            <a:ext cx="638477" cy="420053"/>
          </a:xfrm>
        </p:spPr>
        <p:txBody>
          <a:bodyPr anchor="b"/>
          <a:lstStyle>
            <a:lvl1pPr>
              <a:defRPr sz="69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593" y="259199"/>
            <a:ext cx="1002179" cy="1279327"/>
          </a:xfrm>
        </p:spPr>
        <p:txBody>
          <a:bodyPr anchor="t"/>
          <a:lstStyle>
            <a:lvl1pPr marL="0" indent="0">
              <a:buNone/>
              <a:defRPr sz="693"/>
            </a:lvl1pPr>
            <a:lvl2pPr marL="98984" indent="0">
              <a:buNone/>
              <a:defRPr sz="606"/>
            </a:lvl2pPr>
            <a:lvl3pPr marL="197968" indent="0">
              <a:buNone/>
              <a:defRPr sz="520"/>
            </a:lvl3pPr>
            <a:lvl4pPr marL="296951" indent="0">
              <a:buNone/>
              <a:defRPr sz="433"/>
            </a:lvl4pPr>
            <a:lvl5pPr marL="395935" indent="0">
              <a:buNone/>
              <a:defRPr sz="433"/>
            </a:lvl5pPr>
            <a:lvl6pPr marL="494919" indent="0">
              <a:buNone/>
              <a:defRPr sz="433"/>
            </a:lvl6pPr>
            <a:lvl7pPr marL="593903" indent="0">
              <a:buNone/>
              <a:defRPr sz="433"/>
            </a:lvl7pPr>
            <a:lvl8pPr marL="692887" indent="0">
              <a:buNone/>
              <a:defRPr sz="433"/>
            </a:lvl8pPr>
            <a:lvl9pPr marL="791870" indent="0">
              <a:buNone/>
              <a:defRPr sz="43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6" y="540067"/>
            <a:ext cx="638477" cy="1000542"/>
          </a:xfrm>
        </p:spPr>
        <p:txBody>
          <a:bodyPr/>
          <a:lstStyle>
            <a:lvl1pPr marL="0" indent="0">
              <a:buNone/>
              <a:defRPr sz="346"/>
            </a:lvl1pPr>
            <a:lvl2pPr marL="98984" indent="0">
              <a:buNone/>
              <a:defRPr sz="303"/>
            </a:lvl2pPr>
            <a:lvl3pPr marL="197968" indent="0">
              <a:buNone/>
              <a:defRPr sz="260"/>
            </a:lvl3pPr>
            <a:lvl4pPr marL="296951" indent="0">
              <a:buNone/>
              <a:defRPr sz="217"/>
            </a:lvl4pPr>
            <a:lvl5pPr marL="395935" indent="0">
              <a:buNone/>
              <a:defRPr sz="217"/>
            </a:lvl5pPr>
            <a:lvl6pPr marL="494919" indent="0">
              <a:buNone/>
              <a:defRPr sz="217"/>
            </a:lvl6pPr>
            <a:lvl7pPr marL="593903" indent="0">
              <a:buNone/>
              <a:defRPr sz="217"/>
            </a:lvl7pPr>
            <a:lvl8pPr marL="692887" indent="0">
              <a:buNone/>
              <a:defRPr sz="217"/>
            </a:lvl8pPr>
            <a:lvl9pPr marL="791870" indent="0">
              <a:buNone/>
              <a:defRPr sz="21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741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50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661" y="95846"/>
            <a:ext cx="426854" cy="152560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099" y="95846"/>
            <a:ext cx="1255817" cy="15256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83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099" y="95846"/>
            <a:ext cx="170741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099" y="479227"/>
            <a:ext cx="170741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098" y="1668542"/>
            <a:ext cx="445413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97534-6803-4F1E-9752-A003F1C982B2}" type="datetimeFigureOut">
              <a:rPr kumimoji="1" lang="ja-JP" altLang="en-US" smtClean="0"/>
              <a:t>2025/4/15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747" y="1668542"/>
            <a:ext cx="66811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102" y="1668542"/>
            <a:ext cx="445413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D0304-67FD-428A-9E73-21AA90BF9D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767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7968" rtl="0" eaLnBrk="1" latinLnBrk="0" hangingPunct="1">
        <a:lnSpc>
          <a:spcPct val="90000"/>
        </a:lnSpc>
        <a:spcBef>
          <a:spcPct val="0"/>
        </a:spcBef>
        <a:buNone/>
        <a:defRPr kumimoji="1" sz="9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492" indent="-49492" algn="l" defTabSz="197968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kumimoji="1" sz="606" kern="1200">
          <a:solidFill>
            <a:schemeClr val="tx1"/>
          </a:solidFill>
          <a:latin typeface="+mn-lt"/>
          <a:ea typeface="+mn-ea"/>
          <a:cs typeface="+mn-cs"/>
        </a:defRPr>
      </a:lvl1pPr>
      <a:lvl2pPr marL="148476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520" kern="1200">
          <a:solidFill>
            <a:schemeClr val="tx1"/>
          </a:solidFill>
          <a:latin typeface="+mn-lt"/>
          <a:ea typeface="+mn-ea"/>
          <a:cs typeface="+mn-cs"/>
        </a:defRPr>
      </a:lvl2pPr>
      <a:lvl3pPr marL="247460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433" kern="1200">
          <a:solidFill>
            <a:schemeClr val="tx1"/>
          </a:solidFill>
          <a:latin typeface="+mn-lt"/>
          <a:ea typeface="+mn-ea"/>
          <a:cs typeface="+mn-cs"/>
        </a:defRPr>
      </a:lvl3pPr>
      <a:lvl4pPr marL="346443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4pPr>
      <a:lvl5pPr marL="445427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5pPr>
      <a:lvl6pPr marL="544411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6pPr>
      <a:lvl7pPr marL="643395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7pPr>
      <a:lvl8pPr marL="742379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8pPr>
      <a:lvl9pPr marL="841362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1pPr>
      <a:lvl2pPr marL="98984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2pPr>
      <a:lvl3pPr marL="197968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3pPr>
      <a:lvl4pPr marL="296951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4pPr>
      <a:lvl5pPr marL="395935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5pPr>
      <a:lvl6pPr marL="494919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6pPr>
      <a:lvl7pPr marL="593903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7pPr>
      <a:lvl8pPr marL="692887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8pPr>
      <a:lvl9pPr marL="791870" algn="l" defTabSz="197968" rtl="0" eaLnBrk="1" latinLnBrk="0" hangingPunct="1">
        <a:defRPr kumimoji="1" sz="3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17/06/relationships/model3d" Target="../media/model3d2.glb"/><Relationship Id="rId5" Type="http://schemas.openxmlformats.org/officeDocument/2006/relationships/image" Target="../media/image3.png"/><Relationship Id="rId4" Type="http://schemas.microsoft.com/office/2017/06/relationships/model3d" Target="../media/model3d1.glb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17/06/relationships/model3d" Target="../media/model3d2.glb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17/06/relationships/model3d" Target="../media/model3d2.glb"/><Relationship Id="rId5" Type="http://schemas.openxmlformats.org/officeDocument/2006/relationships/image" Target="../media/image7.png"/><Relationship Id="rId4" Type="http://schemas.microsoft.com/office/2017/06/relationships/model3d" Target="../media/model3d1.glb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microsoft.com/office/2017/06/relationships/model3d" Target="../media/model3d2.glb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microsoft.com/office/2017/06/relationships/model3d" Target="../media/model3d1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ダイアグラム, ヒスト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4E0882E-D29A-C61A-4929-D9E50EC0E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0" r="4989"/>
          <a:stretch/>
        </p:blipFill>
        <p:spPr>
          <a:xfrm>
            <a:off x="0" y="106241"/>
            <a:ext cx="1979613" cy="1677022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8A2CE7A-84E0-A00F-E60A-6EA86F80FD28}"/>
              </a:ext>
            </a:extLst>
          </p:cNvPr>
          <p:cNvSpPr txBox="1"/>
          <p:nvPr/>
        </p:nvSpPr>
        <p:spPr>
          <a:xfrm>
            <a:off x="229121" y="-32259"/>
            <a:ext cx="1651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Electrolyte dependent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ED7ED59-4E92-9B9C-4BA2-CE40CD040083}"/>
              </a:ext>
            </a:extLst>
          </p:cNvPr>
          <p:cNvGrpSpPr/>
          <p:nvPr/>
        </p:nvGrpSpPr>
        <p:grpSpPr>
          <a:xfrm>
            <a:off x="299494" y="290137"/>
            <a:ext cx="771888" cy="723864"/>
            <a:chOff x="117806" y="90388"/>
            <a:chExt cx="771888" cy="723864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189D1A56-8087-A23A-2EF4-A859622E7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25"/>
            <a:stretch/>
          </p:blipFill>
          <p:spPr>
            <a:xfrm>
              <a:off x="515525" y="90388"/>
              <a:ext cx="374168" cy="723864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5234EF31-C57E-71EA-1288-5CACC6452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8187"/>
            <a:stretch/>
          </p:blipFill>
          <p:spPr>
            <a:xfrm>
              <a:off x="117806" y="511585"/>
              <a:ext cx="771888" cy="30266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1" name="3D モデル 30" descr="球">
                  <a:extLst>
                    <a:ext uri="{FF2B5EF4-FFF2-40B4-BE49-F238E27FC236}">
                      <a16:creationId xmlns:a16="http://schemas.microsoft.com/office/drawing/2014/main" id="{BC185D2A-948A-A92E-65D2-56B80246061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69468419"/>
                    </p:ext>
                  </p:extLst>
                </p:nvPr>
              </p:nvGraphicFramePr>
              <p:xfrm>
                <a:off x="381046" y="315092"/>
                <a:ext cx="366705" cy="348369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366705" cy="348369"/>
                      </a:xfrm>
                      <a:prstGeom prst="rect">
                        <a:avLst/>
                      </a:prstGeom>
                      <a:noFill/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8202115" ay="-1775958" az="9302491"/>
                      <am3d:postTrans dx="0" dy="0" dz="0"/>
                    </am3d:trans>
                    <am3d:raster rName="Office3DRenderer" rVer="16.0.8326">
                      <am3d:blip r:embed="rId5"/>
                    </am3d:raster>
                    <am3d:objViewport viewportSz="47671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1" name="3D モデル 30" descr="球">
                  <a:extLst>
                    <a:ext uri="{FF2B5EF4-FFF2-40B4-BE49-F238E27FC236}">
                      <a16:creationId xmlns:a16="http://schemas.microsoft.com/office/drawing/2014/main" id="{BC185D2A-948A-A92E-65D2-56B80246061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2734" y="514841"/>
                  <a:ext cx="366705" cy="348369"/>
                </a:xfrm>
                <a:prstGeom prst="rect">
                  <a:avLst/>
                </a:prstGeom>
                <a:noFill/>
              </p:spPr>
            </p:pic>
          </mc:Fallback>
        </mc:AlternateContent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72010FCD-9E22-4E55-B5B7-CBD7DA2AB9EC}"/>
                </a:ext>
              </a:extLst>
            </p:cNvPr>
            <p:cNvSpPr txBox="1"/>
            <p:nvPr/>
          </p:nvSpPr>
          <p:spPr>
            <a:xfrm>
              <a:off x="412532" y="370856"/>
              <a:ext cx="355886" cy="246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b="1" dirty="0">
                  <a:solidFill>
                    <a:schemeClr val="bg1"/>
                  </a:solidFill>
                </a:rPr>
                <a:t>K</a:t>
              </a:r>
              <a:r>
                <a:rPr kumimoji="1" lang="en-US" altLang="ja-JP" sz="1000" b="1" baseline="30000" dirty="0">
                  <a:solidFill>
                    <a:schemeClr val="bg1"/>
                  </a:solidFill>
                </a:rPr>
                <a:t>+</a:t>
              </a:r>
              <a:endParaRPr kumimoji="1" lang="ja-JP" altLang="en-US" sz="1000" b="1" dirty="0">
                <a:solidFill>
                  <a:schemeClr val="bg1"/>
                </a:solidFill>
              </a:endParaRPr>
            </a:p>
          </p:txBody>
        </p:sp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4EB9B4D8-9DC7-D272-5DB4-0FA466E1E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8474" b="41813"/>
            <a:stretch/>
          </p:blipFill>
          <p:spPr>
            <a:xfrm>
              <a:off x="117806" y="90389"/>
              <a:ext cx="397718" cy="421197"/>
            </a:xfrm>
            <a:prstGeom prst="rect">
              <a:avLst/>
            </a:prstGeom>
          </p:spPr>
        </p:pic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298DB94B-22C4-92B1-8D53-252F208CE11B}"/>
              </a:ext>
            </a:extLst>
          </p:cNvPr>
          <p:cNvGrpSpPr/>
          <p:nvPr/>
        </p:nvGrpSpPr>
        <p:grpSpPr>
          <a:xfrm>
            <a:off x="1204677" y="701590"/>
            <a:ext cx="771888" cy="723864"/>
            <a:chOff x="808877" y="580048"/>
            <a:chExt cx="771888" cy="723864"/>
          </a:xfrm>
        </p:grpSpPr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AA6093C1-4B7E-2F02-916E-DC45B22B4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25"/>
            <a:stretch/>
          </p:blipFill>
          <p:spPr>
            <a:xfrm>
              <a:off x="1206596" y="580048"/>
              <a:ext cx="374168" cy="723864"/>
            </a:xfrm>
            <a:prstGeom prst="rect">
              <a:avLst/>
            </a:prstGeom>
          </p:spPr>
        </p:pic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83CFC0A5-8169-834F-54D7-278E94FF6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8187"/>
            <a:stretch/>
          </p:blipFill>
          <p:spPr>
            <a:xfrm>
              <a:off x="808877" y="1001245"/>
              <a:ext cx="771888" cy="30266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7" name="3D モデル 36" descr="赤い球">
                  <a:extLst>
                    <a:ext uri="{FF2B5EF4-FFF2-40B4-BE49-F238E27FC236}">
                      <a16:creationId xmlns:a16="http://schemas.microsoft.com/office/drawing/2014/main" id="{409A522B-987F-8DE3-F0A1-A0A3AE766E6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0153785"/>
                    </p:ext>
                  </p:extLst>
                </p:nvPr>
              </p:nvGraphicFramePr>
              <p:xfrm>
                <a:off x="1087545" y="816627"/>
                <a:ext cx="319703" cy="319703"/>
              </p:xfrm>
              <a:graphic>
                <a:graphicData uri="http://schemas.microsoft.com/office/drawing/2017/model3d">
                  <am3d:model3d r:embed="rId6">
                    <am3d:spPr>
                      <a:xfrm>
                        <a:off x="0" y="0"/>
                        <a:ext cx="319703" cy="319703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125269" ay="-1925256" az="-9142177"/>
                      <am3d:postTrans dx="0" dy="0" dz="0"/>
                    </am3d:trans>
                    <am3d:raster rName="Office3DRenderer" rVer="16.0.8326">
                      <am3d:blip r:embed="rId7"/>
                    </am3d:raster>
                    <am3d:objViewport viewportSz="43959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7" name="3D モデル 36" descr="赤い球">
                  <a:extLst>
                    <a:ext uri="{FF2B5EF4-FFF2-40B4-BE49-F238E27FC236}">
                      <a16:creationId xmlns:a16="http://schemas.microsoft.com/office/drawing/2014/main" id="{409A522B-987F-8DE3-F0A1-A0A3AE766E6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3345" y="938169"/>
                  <a:ext cx="319703" cy="31970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19871EC8-76E1-E11F-FADF-42BF06CA2BED}"/>
                </a:ext>
              </a:extLst>
            </p:cNvPr>
            <p:cNvSpPr txBox="1"/>
            <p:nvPr/>
          </p:nvSpPr>
          <p:spPr>
            <a:xfrm>
              <a:off x="1050296" y="857250"/>
              <a:ext cx="426423" cy="239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b="1" dirty="0">
                  <a:ln w="3175">
                    <a:noFill/>
                  </a:ln>
                  <a:solidFill>
                    <a:schemeClr val="bg1">
                      <a:lumMod val="95000"/>
                    </a:schemeClr>
                  </a:solidFill>
                </a:rPr>
                <a:t>Na</a:t>
              </a:r>
              <a:r>
                <a:rPr kumimoji="1" lang="en-US" altLang="ja-JP" sz="1000" b="1" baseline="30000" dirty="0">
                  <a:ln w="3175">
                    <a:noFill/>
                  </a:ln>
                  <a:solidFill>
                    <a:schemeClr val="bg1">
                      <a:lumMod val="95000"/>
                    </a:schemeClr>
                  </a:solidFill>
                </a:rPr>
                <a:t>+</a:t>
              </a:r>
              <a:endParaRPr kumimoji="1" lang="ja-JP" altLang="en-US" sz="1000" b="1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77BCC382-9E09-8BB7-21EA-D9D408CB5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8474" b="41813"/>
            <a:stretch/>
          </p:blipFill>
          <p:spPr>
            <a:xfrm>
              <a:off x="808877" y="580049"/>
              <a:ext cx="397718" cy="421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4696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CE055AA-8338-AB5E-598D-39663CEFB7EB}"/>
              </a:ext>
            </a:extLst>
          </p:cNvPr>
          <p:cNvGrpSpPr/>
          <p:nvPr/>
        </p:nvGrpSpPr>
        <p:grpSpPr>
          <a:xfrm>
            <a:off x="117806" y="90388"/>
            <a:ext cx="771888" cy="723864"/>
            <a:chOff x="117806" y="90388"/>
            <a:chExt cx="771888" cy="723864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23CB8ED5-8050-0E9A-9C02-E5610218C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25"/>
            <a:stretch/>
          </p:blipFill>
          <p:spPr>
            <a:xfrm>
              <a:off x="515525" y="90388"/>
              <a:ext cx="374168" cy="723864"/>
            </a:xfrm>
            <a:prstGeom prst="rect">
              <a:avLst/>
            </a:prstGeom>
          </p:spPr>
        </p:pic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155EEBAE-C9F2-6CF3-55F7-FEE94756C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8187"/>
            <a:stretch/>
          </p:blipFill>
          <p:spPr>
            <a:xfrm>
              <a:off x="117806" y="511585"/>
              <a:ext cx="771888" cy="30266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6" name="3D モデル 5" descr="球">
                  <a:extLst>
                    <a:ext uri="{FF2B5EF4-FFF2-40B4-BE49-F238E27FC236}">
                      <a16:creationId xmlns:a16="http://schemas.microsoft.com/office/drawing/2014/main" id="{427500A4-5B24-6AFD-8008-9C5C3711A5F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29211907"/>
                    </p:ext>
                  </p:extLst>
                </p:nvPr>
              </p:nvGraphicFramePr>
              <p:xfrm>
                <a:off x="381046" y="315092"/>
                <a:ext cx="366705" cy="348369"/>
              </p:xfrm>
              <a:graphic>
                <a:graphicData uri="http://schemas.microsoft.com/office/drawing/2017/model3d">
                  <am3d:model3d r:embed="rId3">
                    <am3d:spPr>
                      <a:xfrm>
                        <a:off x="0" y="0"/>
                        <a:ext cx="366705" cy="348369"/>
                      </a:xfrm>
                      <a:prstGeom prst="rect">
                        <a:avLst/>
                      </a:prstGeom>
                      <a:noFill/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8202115" ay="-1775958" az="9302491"/>
                      <am3d:postTrans dx="0" dy="0" dz="0"/>
                    </am3d:trans>
                    <am3d:raster rName="Office3DRenderer" rVer="16.0.8326">
                      <am3d:blip r:embed="rId4"/>
                    </am3d:raster>
                    <am3d:objViewport viewportSz="47671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6" name="3D モデル 5" descr="球">
                  <a:extLst>
                    <a:ext uri="{FF2B5EF4-FFF2-40B4-BE49-F238E27FC236}">
                      <a16:creationId xmlns:a16="http://schemas.microsoft.com/office/drawing/2014/main" id="{427500A4-5B24-6AFD-8008-9C5C3711A5F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1046" y="315092"/>
                  <a:ext cx="366705" cy="348369"/>
                </a:xfrm>
                <a:prstGeom prst="rect">
                  <a:avLst/>
                </a:prstGeom>
                <a:noFill/>
              </p:spPr>
            </p:pic>
          </mc:Fallback>
        </mc:AlternateContent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8141242-A514-4AAB-1F53-427EBB9EE997}"/>
                </a:ext>
              </a:extLst>
            </p:cNvPr>
            <p:cNvSpPr txBox="1"/>
            <p:nvPr/>
          </p:nvSpPr>
          <p:spPr>
            <a:xfrm>
              <a:off x="412532" y="370856"/>
              <a:ext cx="355886" cy="246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b="1" dirty="0">
                  <a:solidFill>
                    <a:schemeClr val="bg1"/>
                  </a:solidFill>
                </a:rPr>
                <a:t>K</a:t>
              </a:r>
              <a:r>
                <a:rPr kumimoji="1" lang="en-US" altLang="ja-JP" sz="1000" b="1" baseline="30000" dirty="0">
                  <a:solidFill>
                    <a:schemeClr val="bg1"/>
                  </a:solidFill>
                </a:rPr>
                <a:t>+</a:t>
              </a:r>
              <a:endParaRPr kumimoji="1" lang="ja-JP" altLang="en-US" sz="1000" b="1" dirty="0">
                <a:solidFill>
                  <a:schemeClr val="bg1"/>
                </a:solidFill>
              </a:endParaRPr>
            </a:p>
          </p:txBody>
        </p:sp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DA0623FF-AAF1-FE91-2D01-961513965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8474" b="41813"/>
            <a:stretch/>
          </p:blipFill>
          <p:spPr>
            <a:xfrm>
              <a:off x="117806" y="90389"/>
              <a:ext cx="397718" cy="421197"/>
            </a:xfrm>
            <a:prstGeom prst="rect">
              <a:avLst/>
            </a:prstGeom>
          </p:spPr>
        </p:pic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4135811A-C424-420A-A012-A819D9980212}"/>
              </a:ext>
            </a:extLst>
          </p:cNvPr>
          <p:cNvGrpSpPr/>
          <p:nvPr/>
        </p:nvGrpSpPr>
        <p:grpSpPr>
          <a:xfrm>
            <a:off x="808877" y="580048"/>
            <a:ext cx="771888" cy="723864"/>
            <a:chOff x="808877" y="580048"/>
            <a:chExt cx="771888" cy="723864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A5F6BF4-FE49-0A67-D24E-FE44BC755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25"/>
            <a:stretch/>
          </p:blipFill>
          <p:spPr>
            <a:xfrm>
              <a:off x="1206596" y="580048"/>
              <a:ext cx="374168" cy="723864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F256F5E-D37E-0143-77AB-EBC64F9E2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8187"/>
            <a:stretch/>
          </p:blipFill>
          <p:spPr>
            <a:xfrm>
              <a:off x="808877" y="1001245"/>
              <a:ext cx="771888" cy="30266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4" name="3D モデル 13" descr="赤い球">
                  <a:extLst>
                    <a:ext uri="{FF2B5EF4-FFF2-40B4-BE49-F238E27FC236}">
                      <a16:creationId xmlns:a16="http://schemas.microsoft.com/office/drawing/2014/main" id="{C0D7892D-5101-6404-9F00-F8DCF3007C3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28227703"/>
                    </p:ext>
                  </p:extLst>
                </p:nvPr>
              </p:nvGraphicFramePr>
              <p:xfrm>
                <a:off x="1087545" y="816627"/>
                <a:ext cx="319703" cy="319703"/>
              </p:xfrm>
              <a:graphic>
                <a:graphicData uri="http://schemas.microsoft.com/office/drawing/2017/model3d">
                  <am3d:model3d r:embed="rId5">
                    <am3d:spPr>
                      <a:xfrm>
                        <a:off x="0" y="0"/>
                        <a:ext cx="319703" cy="319703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125269" ay="-1925256" az="-9142177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43959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4" name="3D モデル 13" descr="赤い球">
                  <a:extLst>
                    <a:ext uri="{FF2B5EF4-FFF2-40B4-BE49-F238E27FC236}">
                      <a16:creationId xmlns:a16="http://schemas.microsoft.com/office/drawing/2014/main" id="{C0D7892D-5101-6404-9F00-F8DCF3007C3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7545" y="816627"/>
                  <a:ext cx="319703" cy="31970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1F01272-9281-9A03-B4DC-A49A347C4F37}"/>
                </a:ext>
              </a:extLst>
            </p:cNvPr>
            <p:cNvSpPr txBox="1"/>
            <p:nvPr/>
          </p:nvSpPr>
          <p:spPr>
            <a:xfrm>
              <a:off x="1050296" y="857250"/>
              <a:ext cx="426423" cy="239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b="1" dirty="0">
                  <a:ln w="3175">
                    <a:noFill/>
                  </a:ln>
                  <a:solidFill>
                    <a:schemeClr val="bg1">
                      <a:lumMod val="95000"/>
                    </a:schemeClr>
                  </a:solidFill>
                </a:rPr>
                <a:t>Na</a:t>
              </a:r>
              <a:r>
                <a:rPr kumimoji="1" lang="en-US" altLang="ja-JP" sz="1000" b="1" baseline="30000" dirty="0">
                  <a:ln w="3175">
                    <a:noFill/>
                  </a:ln>
                  <a:solidFill>
                    <a:schemeClr val="bg1">
                      <a:lumMod val="95000"/>
                    </a:schemeClr>
                  </a:solidFill>
                </a:rPr>
                <a:t>+</a:t>
              </a:r>
              <a:endParaRPr kumimoji="1" lang="ja-JP" altLang="en-US" sz="1000" b="1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08268F8A-C722-DCAB-82DD-D09E95379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8474" b="41813"/>
            <a:stretch/>
          </p:blipFill>
          <p:spPr>
            <a:xfrm>
              <a:off x="808877" y="580049"/>
              <a:ext cx="397718" cy="421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936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BB0553D-0554-B0AB-7C6C-A4404CA4D89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85000"/>
          </a:blip>
          <a:srcRect l="1782" t="60843" r="-2" b="67"/>
          <a:stretch/>
        </p:blipFill>
        <p:spPr>
          <a:xfrm>
            <a:off x="1016947" y="608667"/>
            <a:ext cx="800679" cy="29094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345AE25-1F64-52B8-FB41-79BF822D2E0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587" y="1060114"/>
            <a:ext cx="717029" cy="69235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モデル 13" descr="球">
                <a:extLst>
                  <a:ext uri="{FF2B5EF4-FFF2-40B4-BE49-F238E27FC236}">
                    <a16:creationId xmlns:a16="http://schemas.microsoft.com/office/drawing/2014/main" id="{3EED7570-F0D3-FA79-7E58-33006DF29E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1747825"/>
                  </p:ext>
                </p:extLst>
              </p:nvPr>
            </p:nvGraphicFramePr>
            <p:xfrm>
              <a:off x="346572" y="1240375"/>
              <a:ext cx="377174" cy="35831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77174" cy="358315"/>
                    </a:xfrm>
                    <a:prstGeom prst="rect">
                      <a:avLst/>
                    </a:prstGeom>
                    <a:noFill/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8202115" ay="-1775958" az="930249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903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モデル 13" descr="球">
                <a:extLst>
                  <a:ext uri="{FF2B5EF4-FFF2-40B4-BE49-F238E27FC236}">
                    <a16:creationId xmlns:a16="http://schemas.microsoft.com/office/drawing/2014/main" id="{3EED7570-F0D3-FA79-7E58-33006DF29E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6572" y="1240375"/>
                <a:ext cx="377174" cy="358315"/>
              </a:xfrm>
              <a:prstGeom prst="rect">
                <a:avLst/>
              </a:prstGeom>
              <a:noFill/>
            </p:spPr>
          </p:pic>
        </mc:Fallback>
      </mc:AlternateContent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DF0FFCA-8102-72A4-09FF-3CD0C8A1AA82}"/>
              </a:ext>
            </a:extLst>
          </p:cNvPr>
          <p:cNvSpPr txBox="1"/>
          <p:nvPr/>
        </p:nvSpPr>
        <p:spPr>
          <a:xfrm>
            <a:off x="378957" y="1297731"/>
            <a:ext cx="3660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solidFill>
                  <a:schemeClr val="bg1"/>
                </a:solidFill>
              </a:rPr>
              <a:t>K</a:t>
            </a:r>
            <a:r>
              <a:rPr kumimoji="1" lang="en-US" altLang="ja-JP" sz="1000" b="1" baseline="30000" dirty="0">
                <a:solidFill>
                  <a:schemeClr val="bg1"/>
                </a:solidFill>
              </a:rPr>
              <a:t>+</a:t>
            </a:r>
            <a:endParaRPr kumimoji="1" lang="ja-JP" altLang="en-US" sz="10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モデル 15" descr="赤い球">
                <a:extLst>
                  <a:ext uri="{FF2B5EF4-FFF2-40B4-BE49-F238E27FC236}">
                    <a16:creationId xmlns:a16="http://schemas.microsoft.com/office/drawing/2014/main" id="{4CA0591A-E2FD-A905-7AA5-8C9E356A2B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3280633"/>
                  </p:ext>
                </p:extLst>
              </p:nvPr>
            </p:nvGraphicFramePr>
            <p:xfrm>
              <a:off x="345808" y="508545"/>
              <a:ext cx="335046" cy="335046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35046" cy="33504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8125269" ay="-1925256" az="-914217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1545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モデル 15" descr="赤い球">
                <a:extLst>
                  <a:ext uri="{FF2B5EF4-FFF2-40B4-BE49-F238E27FC236}">
                    <a16:creationId xmlns:a16="http://schemas.microsoft.com/office/drawing/2014/main" id="{4CA0591A-E2FD-A905-7AA5-8C9E356A2B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5808" y="508545"/>
                <a:ext cx="335046" cy="335046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図 16">
            <a:extLst>
              <a:ext uri="{FF2B5EF4-FFF2-40B4-BE49-F238E27FC236}">
                <a16:creationId xmlns:a16="http://schemas.microsoft.com/office/drawing/2014/main" id="{20AE81C8-6FE8-88B7-D7BF-C248C9E3D7F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86" y="320719"/>
            <a:ext cx="717029" cy="692352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752222A-0677-DDFD-F87C-7271E94B613F}"/>
              </a:ext>
            </a:extLst>
          </p:cNvPr>
          <p:cNvSpPr txBox="1"/>
          <p:nvPr/>
        </p:nvSpPr>
        <p:spPr>
          <a:xfrm>
            <a:off x="319709" y="550327"/>
            <a:ext cx="438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rPr>
              <a:t>Na</a:t>
            </a:r>
            <a:r>
              <a:rPr kumimoji="1" lang="en-US" altLang="ja-JP" sz="1000" b="1" baseline="300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rPr>
              <a:t>+</a:t>
            </a:r>
            <a:endParaRPr kumimoji="1" lang="ja-JP" altLang="en-US" sz="1000" b="1" dirty="0">
              <a:ln w="3175">
                <a:noFill/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AC5D123-EC2B-CD2C-FCF8-E180DD35653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85000"/>
          </a:blip>
          <a:srcRect l="44376" r="-2"/>
          <a:stretch/>
        </p:blipFill>
        <p:spPr>
          <a:xfrm>
            <a:off x="1364171" y="155805"/>
            <a:ext cx="453456" cy="74430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モデル 4" descr="球">
                <a:extLst>
                  <a:ext uri="{FF2B5EF4-FFF2-40B4-BE49-F238E27FC236}">
                    <a16:creationId xmlns:a16="http://schemas.microsoft.com/office/drawing/2014/main" id="{4218035A-FD7A-E261-A709-0788196C46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2243498"/>
                  </p:ext>
                </p:extLst>
              </p:nvPr>
            </p:nvGraphicFramePr>
            <p:xfrm>
              <a:off x="1259652" y="389397"/>
              <a:ext cx="377174" cy="35831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77174" cy="358315"/>
                    </a:xfrm>
                    <a:prstGeom prst="rect">
                      <a:avLst/>
                    </a:prstGeom>
                    <a:noFill/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8202115" ay="-1775958" az="930249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903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モデル 4" descr="球">
                <a:extLst>
                  <a:ext uri="{FF2B5EF4-FFF2-40B4-BE49-F238E27FC236}">
                    <a16:creationId xmlns:a16="http://schemas.microsoft.com/office/drawing/2014/main" id="{4218035A-FD7A-E261-A709-0788196C46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9652" y="389397"/>
                <a:ext cx="377174" cy="358315"/>
              </a:xfrm>
              <a:prstGeom prst="rect">
                <a:avLst/>
              </a:prstGeom>
              <a:noFill/>
            </p:spPr>
          </p:pic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6FDD27-E748-0A04-726B-E532E0EBC48F}"/>
              </a:ext>
            </a:extLst>
          </p:cNvPr>
          <p:cNvSpPr txBox="1"/>
          <p:nvPr/>
        </p:nvSpPr>
        <p:spPr>
          <a:xfrm>
            <a:off x="1292037" y="446753"/>
            <a:ext cx="3660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solidFill>
                  <a:schemeClr val="bg1"/>
                </a:solidFill>
              </a:rPr>
              <a:t>K</a:t>
            </a:r>
            <a:r>
              <a:rPr kumimoji="1" lang="en-US" altLang="ja-JP" sz="1000" b="1" baseline="30000" dirty="0">
                <a:solidFill>
                  <a:schemeClr val="bg1"/>
                </a:solidFill>
              </a:rPr>
              <a:t>+</a:t>
            </a:r>
            <a:endParaRPr kumimoji="1" lang="ja-JP" altLang="en-US" sz="1000" b="1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F0CA9E1-604F-A505-73F8-E25E5F79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85000"/>
          </a:blip>
          <a:srcRect r="50327" b="39156"/>
          <a:stretch/>
        </p:blipFill>
        <p:spPr>
          <a:xfrm>
            <a:off x="1002346" y="155806"/>
            <a:ext cx="404926" cy="45286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C609CCA-5CAD-1896-661F-602D4DF2AD0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2" t="60843" r="-2" b="67"/>
          <a:stretch/>
        </p:blipFill>
        <p:spPr>
          <a:xfrm>
            <a:off x="1026704" y="1410330"/>
            <a:ext cx="800679" cy="29094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C274908-F5C3-1245-90BF-676417095BD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4376" r="-2"/>
          <a:stretch/>
        </p:blipFill>
        <p:spPr>
          <a:xfrm>
            <a:off x="1373928" y="957468"/>
            <a:ext cx="453456" cy="74430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3D モデル 20" descr="赤い球">
                <a:extLst>
                  <a:ext uri="{FF2B5EF4-FFF2-40B4-BE49-F238E27FC236}">
                    <a16:creationId xmlns:a16="http://schemas.microsoft.com/office/drawing/2014/main" id="{95EF6FA3-5D14-1C8E-581E-F72A0A6F50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1724758"/>
                  </p:ext>
                </p:extLst>
              </p:nvPr>
            </p:nvGraphicFramePr>
            <p:xfrm>
              <a:off x="1279165" y="1199511"/>
              <a:ext cx="335046" cy="335046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35046" cy="33504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8125269" ay="-1925256" az="-914217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1545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3D モデル 20" descr="赤い球">
                <a:extLst>
                  <a:ext uri="{FF2B5EF4-FFF2-40B4-BE49-F238E27FC236}">
                    <a16:creationId xmlns:a16="http://schemas.microsoft.com/office/drawing/2014/main" id="{95EF6FA3-5D14-1C8E-581E-F72A0A6F50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9165" y="1199511"/>
                <a:ext cx="335046" cy="335046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8EA20AC-91BF-2452-844A-D3EFE892DCEA}"/>
              </a:ext>
            </a:extLst>
          </p:cNvPr>
          <p:cNvSpPr txBox="1"/>
          <p:nvPr/>
        </p:nvSpPr>
        <p:spPr>
          <a:xfrm>
            <a:off x="1253066" y="1241293"/>
            <a:ext cx="438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rPr>
              <a:t>Na</a:t>
            </a:r>
            <a:r>
              <a:rPr kumimoji="1" lang="en-US" altLang="ja-JP" sz="1000" b="1" baseline="300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rPr>
              <a:t>+</a:t>
            </a:r>
            <a:endParaRPr kumimoji="1" lang="ja-JP" altLang="en-US" sz="1000" b="1" dirty="0">
              <a:ln w="3175">
                <a:noFill/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510856F-2FFA-4054-6751-90E970D6707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327" b="39156"/>
          <a:stretch/>
        </p:blipFill>
        <p:spPr>
          <a:xfrm>
            <a:off x="1012103" y="957469"/>
            <a:ext cx="404926" cy="45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7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ダイア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C8E7009-2531-992E-004F-CDD0C8112CC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8500"/>
            <a:ext cx="1979612" cy="161560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61193AB7-242A-DE2A-1442-65FA4834A33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252" y="415499"/>
            <a:ext cx="377175" cy="70521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モデル 3" descr="球">
                <a:extLst>
                  <a:ext uri="{FF2B5EF4-FFF2-40B4-BE49-F238E27FC236}">
                    <a16:creationId xmlns:a16="http://schemas.microsoft.com/office/drawing/2014/main" id="{1E8C6FB9-FEA7-8C6F-92A5-91A40C2C1B7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2435679"/>
                  </p:ext>
                </p:extLst>
              </p:nvPr>
            </p:nvGraphicFramePr>
            <p:xfrm>
              <a:off x="406187" y="582758"/>
              <a:ext cx="377174" cy="35831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77174" cy="358315"/>
                    </a:xfrm>
                    <a:prstGeom prst="rect">
                      <a:avLst/>
                    </a:prstGeom>
                    <a:noFill/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8202115" ay="-1775958" az="930249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903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モデル 3" descr="球">
                <a:extLst>
                  <a:ext uri="{FF2B5EF4-FFF2-40B4-BE49-F238E27FC236}">
                    <a16:creationId xmlns:a16="http://schemas.microsoft.com/office/drawing/2014/main" id="{1E8C6FB9-FEA7-8C6F-92A5-91A40C2C1B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6187" y="582758"/>
                <a:ext cx="377174" cy="358315"/>
              </a:xfrm>
              <a:prstGeom prst="rect">
                <a:avLst/>
              </a:prstGeom>
              <a:noFill/>
            </p:spPr>
          </p:pic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1DC998-86B0-9B9E-C4BB-652E6AF1D0C1}"/>
              </a:ext>
            </a:extLst>
          </p:cNvPr>
          <p:cNvSpPr txBox="1"/>
          <p:nvPr/>
        </p:nvSpPr>
        <p:spPr>
          <a:xfrm>
            <a:off x="438572" y="640114"/>
            <a:ext cx="3660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solidFill>
                  <a:schemeClr val="bg1"/>
                </a:solidFill>
              </a:rPr>
              <a:t>K</a:t>
            </a:r>
            <a:r>
              <a:rPr kumimoji="1" lang="en-US" altLang="ja-JP" sz="1000" b="1" baseline="30000" dirty="0">
                <a:solidFill>
                  <a:schemeClr val="bg1"/>
                </a:solidFill>
              </a:rPr>
              <a:t>+</a:t>
            </a:r>
            <a:endParaRPr kumimoji="1" lang="ja-JP" altLang="en-US" sz="1000" b="1" dirty="0">
              <a:solidFill>
                <a:schemeClr val="bg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E4586F85-F388-9870-BF00-6105214E9F9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020" y="415499"/>
            <a:ext cx="366046" cy="70521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C8C366A-3404-92CC-DB88-7ABD7A85FC5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3570" y="869413"/>
            <a:ext cx="377175" cy="70521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モデル 15" descr="赤い球">
                <a:extLst>
                  <a:ext uri="{FF2B5EF4-FFF2-40B4-BE49-F238E27FC236}">
                    <a16:creationId xmlns:a16="http://schemas.microsoft.com/office/drawing/2014/main" id="{E89AA8B3-7A68-F171-C250-FC80CD002A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328840"/>
                  </p:ext>
                </p:extLst>
              </p:nvPr>
            </p:nvGraphicFramePr>
            <p:xfrm>
              <a:off x="1386093" y="1055496"/>
              <a:ext cx="335046" cy="335046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335046" cy="33504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8125269" ay="-1925256" az="-9142177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1545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モデル 15" descr="赤い球">
                <a:extLst>
                  <a:ext uri="{FF2B5EF4-FFF2-40B4-BE49-F238E27FC236}">
                    <a16:creationId xmlns:a16="http://schemas.microsoft.com/office/drawing/2014/main" id="{E89AA8B3-7A68-F171-C250-FC80CD002A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86093" y="1055496"/>
                <a:ext cx="335046" cy="335046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3B6BBE7-DA65-68FF-D0ED-8036D50B9A69}"/>
              </a:ext>
            </a:extLst>
          </p:cNvPr>
          <p:cNvSpPr txBox="1"/>
          <p:nvPr/>
        </p:nvSpPr>
        <p:spPr>
          <a:xfrm>
            <a:off x="1359994" y="1097278"/>
            <a:ext cx="438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rPr>
              <a:t>Na</a:t>
            </a:r>
            <a:r>
              <a:rPr kumimoji="1" lang="en-US" altLang="ja-JP" sz="1000" b="1" baseline="300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rPr>
              <a:t>+</a:t>
            </a:r>
            <a:endParaRPr kumimoji="1" lang="ja-JP" altLang="en-US" sz="1000" b="1" dirty="0">
              <a:ln w="3175">
                <a:noFill/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E6C1EF08-FB6D-1662-3999-C9D786D3F56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58338" y="869413"/>
            <a:ext cx="366046" cy="70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22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4305</TotalTime>
  <Words>22</Words>
  <Application>Microsoft Office PowerPoint</Application>
  <PresentationFormat>ユーザー設定</PresentationFormat>
  <Paragraphs>11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八束　孝一</dc:creator>
  <cp:lastModifiedBy>八束　孝一</cp:lastModifiedBy>
  <cp:revision>4</cp:revision>
  <cp:lastPrinted>2025-04-09T06:32:29Z</cp:lastPrinted>
  <dcterms:created xsi:type="dcterms:W3CDTF">2025-03-24T04:25:03Z</dcterms:created>
  <dcterms:modified xsi:type="dcterms:W3CDTF">2025-04-15T07:55:41Z</dcterms:modified>
</cp:coreProperties>
</file>