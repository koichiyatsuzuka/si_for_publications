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44825" cy="1717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336" d="100"/>
          <a:sy n="336" d="100"/>
        </p:scale>
        <p:origin x="787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603" y="281111"/>
            <a:ext cx="2283619" cy="598005"/>
          </a:xfrm>
        </p:spPr>
        <p:txBody>
          <a:bodyPr anchor="b"/>
          <a:lstStyle>
            <a:lvl1pPr algn="ctr">
              <a:defRPr sz="14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603" y="902177"/>
            <a:ext cx="2283619" cy="414707"/>
          </a:xfrm>
        </p:spPr>
        <p:txBody>
          <a:bodyPr/>
          <a:lstStyle>
            <a:lvl1pPr marL="0" indent="0" algn="ctr">
              <a:buNone/>
              <a:defRPr sz="599"/>
            </a:lvl1pPr>
            <a:lvl2pPr marL="114163" indent="0" algn="ctr">
              <a:buNone/>
              <a:defRPr sz="499"/>
            </a:lvl2pPr>
            <a:lvl3pPr marL="228326" indent="0" algn="ctr">
              <a:buNone/>
              <a:defRPr sz="449"/>
            </a:lvl3pPr>
            <a:lvl4pPr marL="342489" indent="0" algn="ctr">
              <a:buNone/>
              <a:defRPr sz="400"/>
            </a:lvl4pPr>
            <a:lvl5pPr marL="456651" indent="0" algn="ctr">
              <a:buNone/>
              <a:defRPr sz="400"/>
            </a:lvl5pPr>
            <a:lvl6pPr marL="570814" indent="0" algn="ctr">
              <a:buNone/>
              <a:defRPr sz="400"/>
            </a:lvl6pPr>
            <a:lvl7pPr marL="684977" indent="0" algn="ctr">
              <a:buNone/>
              <a:defRPr sz="400"/>
            </a:lvl7pPr>
            <a:lvl8pPr marL="799140" indent="0" algn="ctr">
              <a:buNone/>
              <a:defRPr sz="400"/>
            </a:lvl8pPr>
            <a:lvl9pPr marL="913303" indent="0" algn="ctr">
              <a:buNone/>
              <a:defRPr sz="4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3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538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746" y="428226"/>
            <a:ext cx="2626162" cy="714505"/>
          </a:xfrm>
        </p:spPr>
        <p:txBody>
          <a:bodyPr anchor="b"/>
          <a:lstStyle>
            <a:lvl1pPr>
              <a:defRPr sz="14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746" y="1149491"/>
            <a:ext cx="2626162" cy="375741"/>
          </a:xfrm>
        </p:spPr>
        <p:txBody>
          <a:bodyPr/>
          <a:lstStyle>
            <a:lvl1pPr marL="0" indent="0">
              <a:buNone/>
              <a:defRPr sz="599">
                <a:solidFill>
                  <a:schemeClr val="tx1">
                    <a:tint val="82000"/>
                  </a:schemeClr>
                </a:solidFill>
              </a:defRPr>
            </a:lvl1pPr>
            <a:lvl2pPr marL="114163" indent="0">
              <a:buNone/>
              <a:defRPr sz="499">
                <a:solidFill>
                  <a:schemeClr val="tx1">
                    <a:tint val="82000"/>
                  </a:schemeClr>
                </a:solidFill>
              </a:defRPr>
            </a:lvl2pPr>
            <a:lvl3pPr marL="228326" indent="0">
              <a:buNone/>
              <a:defRPr sz="449">
                <a:solidFill>
                  <a:schemeClr val="tx1">
                    <a:tint val="82000"/>
                  </a:schemeClr>
                </a:solidFill>
              </a:defRPr>
            </a:lvl3pPr>
            <a:lvl4pPr marL="342489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4pPr>
            <a:lvl5pPr marL="456651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5pPr>
            <a:lvl6pPr marL="570814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6pPr>
            <a:lvl7pPr marL="684977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7pPr>
            <a:lvl8pPr marL="79914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8pPr>
            <a:lvl9pPr marL="913303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55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332" y="457251"/>
            <a:ext cx="1294051" cy="1089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1442" y="457251"/>
            <a:ext cx="1294051" cy="1089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115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28" y="91451"/>
            <a:ext cx="2626162" cy="33200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728" y="421069"/>
            <a:ext cx="1288104" cy="206359"/>
          </a:xfrm>
        </p:spPr>
        <p:txBody>
          <a:bodyPr anchor="b"/>
          <a:lstStyle>
            <a:lvl1pPr marL="0" indent="0">
              <a:buNone/>
              <a:defRPr sz="599" b="1"/>
            </a:lvl1pPr>
            <a:lvl2pPr marL="114163" indent="0">
              <a:buNone/>
              <a:defRPr sz="499" b="1"/>
            </a:lvl2pPr>
            <a:lvl3pPr marL="228326" indent="0">
              <a:buNone/>
              <a:defRPr sz="449" b="1"/>
            </a:lvl3pPr>
            <a:lvl4pPr marL="342489" indent="0">
              <a:buNone/>
              <a:defRPr sz="400" b="1"/>
            </a:lvl4pPr>
            <a:lvl5pPr marL="456651" indent="0">
              <a:buNone/>
              <a:defRPr sz="400" b="1"/>
            </a:lvl5pPr>
            <a:lvl6pPr marL="570814" indent="0">
              <a:buNone/>
              <a:defRPr sz="400" b="1"/>
            </a:lvl6pPr>
            <a:lvl7pPr marL="684977" indent="0">
              <a:buNone/>
              <a:defRPr sz="400" b="1"/>
            </a:lvl7pPr>
            <a:lvl8pPr marL="799140" indent="0">
              <a:buNone/>
              <a:defRPr sz="400" b="1"/>
            </a:lvl8pPr>
            <a:lvl9pPr marL="913303" indent="0">
              <a:buNone/>
              <a:defRPr sz="4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728" y="627428"/>
            <a:ext cx="1288104" cy="92285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1443" y="421069"/>
            <a:ext cx="1294447" cy="206359"/>
          </a:xfrm>
        </p:spPr>
        <p:txBody>
          <a:bodyPr anchor="b"/>
          <a:lstStyle>
            <a:lvl1pPr marL="0" indent="0">
              <a:buNone/>
              <a:defRPr sz="599" b="1"/>
            </a:lvl1pPr>
            <a:lvl2pPr marL="114163" indent="0">
              <a:buNone/>
              <a:defRPr sz="499" b="1"/>
            </a:lvl2pPr>
            <a:lvl3pPr marL="228326" indent="0">
              <a:buNone/>
              <a:defRPr sz="449" b="1"/>
            </a:lvl3pPr>
            <a:lvl4pPr marL="342489" indent="0">
              <a:buNone/>
              <a:defRPr sz="400" b="1"/>
            </a:lvl4pPr>
            <a:lvl5pPr marL="456651" indent="0">
              <a:buNone/>
              <a:defRPr sz="400" b="1"/>
            </a:lvl5pPr>
            <a:lvl6pPr marL="570814" indent="0">
              <a:buNone/>
              <a:defRPr sz="400" b="1"/>
            </a:lvl6pPr>
            <a:lvl7pPr marL="684977" indent="0">
              <a:buNone/>
              <a:defRPr sz="400" b="1"/>
            </a:lvl7pPr>
            <a:lvl8pPr marL="799140" indent="0">
              <a:buNone/>
              <a:defRPr sz="400" b="1"/>
            </a:lvl8pPr>
            <a:lvl9pPr marL="913303" indent="0">
              <a:buNone/>
              <a:defRPr sz="4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1443" y="627428"/>
            <a:ext cx="1294447" cy="92285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887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22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21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29" y="114512"/>
            <a:ext cx="982035" cy="400791"/>
          </a:xfrm>
        </p:spPr>
        <p:txBody>
          <a:bodyPr anchor="b"/>
          <a:lstStyle>
            <a:lvl1pPr>
              <a:defRPr sz="7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447" y="247313"/>
            <a:ext cx="1541443" cy="1220663"/>
          </a:xfrm>
        </p:spPr>
        <p:txBody>
          <a:bodyPr/>
          <a:lstStyle>
            <a:lvl1pPr>
              <a:defRPr sz="799"/>
            </a:lvl1pPr>
            <a:lvl2pPr>
              <a:defRPr sz="699"/>
            </a:lvl2pPr>
            <a:lvl3pPr>
              <a:defRPr sz="599"/>
            </a:lvl3pPr>
            <a:lvl4pPr>
              <a:defRPr sz="499"/>
            </a:lvl4pPr>
            <a:lvl5pPr>
              <a:defRPr sz="499"/>
            </a:lvl5pPr>
            <a:lvl6pPr>
              <a:defRPr sz="499"/>
            </a:lvl6pPr>
            <a:lvl7pPr>
              <a:defRPr sz="499"/>
            </a:lvl7pPr>
            <a:lvl8pPr>
              <a:defRPr sz="499"/>
            </a:lvl8pPr>
            <a:lvl9pPr>
              <a:defRPr sz="499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729" y="515302"/>
            <a:ext cx="982035" cy="954662"/>
          </a:xfrm>
        </p:spPr>
        <p:txBody>
          <a:bodyPr/>
          <a:lstStyle>
            <a:lvl1pPr marL="0" indent="0">
              <a:buNone/>
              <a:defRPr sz="400"/>
            </a:lvl1pPr>
            <a:lvl2pPr marL="114163" indent="0">
              <a:buNone/>
              <a:defRPr sz="350"/>
            </a:lvl2pPr>
            <a:lvl3pPr marL="228326" indent="0">
              <a:buNone/>
              <a:defRPr sz="300"/>
            </a:lvl3pPr>
            <a:lvl4pPr marL="342489" indent="0">
              <a:buNone/>
              <a:defRPr sz="250"/>
            </a:lvl4pPr>
            <a:lvl5pPr marL="456651" indent="0">
              <a:buNone/>
              <a:defRPr sz="250"/>
            </a:lvl5pPr>
            <a:lvl6pPr marL="570814" indent="0">
              <a:buNone/>
              <a:defRPr sz="250"/>
            </a:lvl6pPr>
            <a:lvl7pPr marL="684977" indent="0">
              <a:buNone/>
              <a:defRPr sz="250"/>
            </a:lvl7pPr>
            <a:lvl8pPr marL="799140" indent="0">
              <a:buNone/>
              <a:defRPr sz="250"/>
            </a:lvl8pPr>
            <a:lvl9pPr marL="913303" indent="0">
              <a:buNone/>
              <a:defRPr sz="2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18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29" y="114512"/>
            <a:ext cx="982035" cy="400791"/>
          </a:xfrm>
        </p:spPr>
        <p:txBody>
          <a:bodyPr anchor="b"/>
          <a:lstStyle>
            <a:lvl1pPr>
              <a:defRPr sz="7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94447" y="247313"/>
            <a:ext cx="1541443" cy="1220663"/>
          </a:xfrm>
        </p:spPr>
        <p:txBody>
          <a:bodyPr anchor="t"/>
          <a:lstStyle>
            <a:lvl1pPr marL="0" indent="0">
              <a:buNone/>
              <a:defRPr sz="799"/>
            </a:lvl1pPr>
            <a:lvl2pPr marL="114163" indent="0">
              <a:buNone/>
              <a:defRPr sz="699"/>
            </a:lvl2pPr>
            <a:lvl3pPr marL="228326" indent="0">
              <a:buNone/>
              <a:defRPr sz="599"/>
            </a:lvl3pPr>
            <a:lvl4pPr marL="342489" indent="0">
              <a:buNone/>
              <a:defRPr sz="499"/>
            </a:lvl4pPr>
            <a:lvl5pPr marL="456651" indent="0">
              <a:buNone/>
              <a:defRPr sz="499"/>
            </a:lvl5pPr>
            <a:lvl6pPr marL="570814" indent="0">
              <a:buNone/>
              <a:defRPr sz="499"/>
            </a:lvl6pPr>
            <a:lvl7pPr marL="684977" indent="0">
              <a:buNone/>
              <a:defRPr sz="499"/>
            </a:lvl7pPr>
            <a:lvl8pPr marL="799140" indent="0">
              <a:buNone/>
              <a:defRPr sz="499"/>
            </a:lvl8pPr>
            <a:lvl9pPr marL="913303" indent="0">
              <a:buNone/>
              <a:defRPr sz="499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729" y="515302"/>
            <a:ext cx="982035" cy="954662"/>
          </a:xfrm>
        </p:spPr>
        <p:txBody>
          <a:bodyPr/>
          <a:lstStyle>
            <a:lvl1pPr marL="0" indent="0">
              <a:buNone/>
              <a:defRPr sz="400"/>
            </a:lvl1pPr>
            <a:lvl2pPr marL="114163" indent="0">
              <a:buNone/>
              <a:defRPr sz="350"/>
            </a:lvl2pPr>
            <a:lvl3pPr marL="228326" indent="0">
              <a:buNone/>
              <a:defRPr sz="300"/>
            </a:lvl3pPr>
            <a:lvl4pPr marL="342489" indent="0">
              <a:buNone/>
              <a:defRPr sz="250"/>
            </a:lvl4pPr>
            <a:lvl5pPr marL="456651" indent="0">
              <a:buNone/>
              <a:defRPr sz="250"/>
            </a:lvl5pPr>
            <a:lvl6pPr marL="570814" indent="0">
              <a:buNone/>
              <a:defRPr sz="250"/>
            </a:lvl6pPr>
            <a:lvl7pPr marL="684977" indent="0">
              <a:buNone/>
              <a:defRPr sz="250"/>
            </a:lvl7pPr>
            <a:lvl8pPr marL="799140" indent="0">
              <a:buNone/>
              <a:defRPr sz="250"/>
            </a:lvl8pPr>
            <a:lvl9pPr marL="913303" indent="0">
              <a:buNone/>
              <a:defRPr sz="2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72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70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78953" y="91450"/>
            <a:ext cx="656540" cy="145565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9332" y="91450"/>
            <a:ext cx="1931561" cy="14556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23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332" y="91451"/>
            <a:ext cx="2626162" cy="332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332" y="457251"/>
            <a:ext cx="2626162" cy="108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9332" y="1592031"/>
            <a:ext cx="685086" cy="9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6CA6B-418B-4D96-854B-1ADA4354E95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8599" y="1592031"/>
            <a:ext cx="1027628" cy="9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50407" y="1592031"/>
            <a:ext cx="685086" cy="9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95F23-F348-4404-B32C-06BBBAB9FF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43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28326" rtl="0" eaLnBrk="1" latinLnBrk="0" hangingPunct="1">
        <a:lnSpc>
          <a:spcPct val="90000"/>
        </a:lnSpc>
        <a:spcBef>
          <a:spcPct val="0"/>
        </a:spcBef>
        <a:buNone/>
        <a:defRPr kumimoji="1" sz="10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081" indent="-57081" algn="l" defTabSz="228326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kumimoji="1" sz="699" kern="1200">
          <a:solidFill>
            <a:schemeClr val="tx1"/>
          </a:solidFill>
          <a:latin typeface="+mn-lt"/>
          <a:ea typeface="+mn-ea"/>
          <a:cs typeface="+mn-cs"/>
        </a:defRPr>
      </a:lvl1pPr>
      <a:lvl2pPr marL="171244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599" kern="1200">
          <a:solidFill>
            <a:schemeClr val="tx1"/>
          </a:solidFill>
          <a:latin typeface="+mn-lt"/>
          <a:ea typeface="+mn-ea"/>
          <a:cs typeface="+mn-cs"/>
        </a:defRPr>
      </a:lvl2pPr>
      <a:lvl3pPr marL="285407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99" kern="1200">
          <a:solidFill>
            <a:schemeClr val="tx1"/>
          </a:solidFill>
          <a:latin typeface="+mn-lt"/>
          <a:ea typeface="+mn-ea"/>
          <a:cs typeface="+mn-cs"/>
        </a:defRPr>
      </a:lvl3pPr>
      <a:lvl4pPr marL="399570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4pPr>
      <a:lvl5pPr marL="513733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5pPr>
      <a:lvl6pPr marL="627896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6pPr>
      <a:lvl7pPr marL="742058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7pPr>
      <a:lvl8pPr marL="856221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8pPr>
      <a:lvl9pPr marL="970384" indent="-57081" algn="l" defTabSz="228326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1pPr>
      <a:lvl2pPr marL="114163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2pPr>
      <a:lvl3pPr marL="228326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3pPr>
      <a:lvl4pPr marL="342489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4pPr>
      <a:lvl5pPr marL="456651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5pPr>
      <a:lvl6pPr marL="570814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6pPr>
      <a:lvl7pPr marL="684977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7pPr>
      <a:lvl8pPr marL="799140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8pPr>
      <a:lvl9pPr marL="913303" algn="l" defTabSz="228326" rtl="0" eaLnBrk="1" latinLnBrk="0" hangingPunct="1">
        <a:defRPr kumimoji="1" sz="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17/06/relationships/model3d" Target="../media/model3d2.glb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ダイアグラム, ヒスト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AEDCD72-88B4-9BB9-25ED-9CFDC1E1F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0" r="4989"/>
          <a:stretch/>
        </p:blipFill>
        <p:spPr>
          <a:xfrm>
            <a:off x="476486" y="40653"/>
            <a:ext cx="1979613" cy="167702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29B148-7DC7-5EF7-2F93-164DE4E6B7D6}"/>
              </a:ext>
            </a:extLst>
          </p:cNvPr>
          <p:cNvSpPr txBox="1"/>
          <p:nvPr/>
        </p:nvSpPr>
        <p:spPr>
          <a:xfrm>
            <a:off x="722000" y="-47217"/>
            <a:ext cx="1651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Electrolyte dependent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EB657D3-60B8-8F11-C41D-1344DC2D099D}"/>
              </a:ext>
            </a:extLst>
          </p:cNvPr>
          <p:cNvGrpSpPr/>
          <p:nvPr/>
        </p:nvGrpSpPr>
        <p:grpSpPr>
          <a:xfrm>
            <a:off x="775980" y="224549"/>
            <a:ext cx="771888" cy="723864"/>
            <a:chOff x="117806" y="90388"/>
            <a:chExt cx="771888" cy="723864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28E366B-636E-C494-264A-EFF0A46D7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25"/>
            <a:stretch/>
          </p:blipFill>
          <p:spPr>
            <a:xfrm>
              <a:off x="515525" y="90388"/>
              <a:ext cx="374168" cy="723864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0D540DE7-9EF5-5B7F-004E-5BFBBA6B5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8187"/>
            <a:stretch/>
          </p:blipFill>
          <p:spPr>
            <a:xfrm>
              <a:off x="117806" y="511585"/>
              <a:ext cx="771888" cy="30266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9" name="3D モデル 8" descr="球">
                  <a:extLst>
                    <a:ext uri="{FF2B5EF4-FFF2-40B4-BE49-F238E27FC236}">
                      <a16:creationId xmlns:a16="http://schemas.microsoft.com/office/drawing/2014/main" id="{3FB56678-F7CB-B635-A2FB-34B9C70549B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99522141"/>
                    </p:ext>
                  </p:extLst>
                </p:nvPr>
              </p:nvGraphicFramePr>
              <p:xfrm>
                <a:off x="381046" y="315092"/>
                <a:ext cx="366705" cy="348369"/>
              </p:xfrm>
              <a:graphic>
                <a:graphicData uri="http://schemas.microsoft.com/office/drawing/2017/model3d">
                  <am3d:model3d r:embed="rId4">
                    <am3d:spPr>
                      <a:xfrm>
                        <a:off x="0" y="0"/>
                        <a:ext cx="366705" cy="348369"/>
                      </a:xfrm>
                      <a:prstGeom prst="rect">
                        <a:avLst/>
                      </a:prstGeom>
                      <a:noFill/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8202115" ay="-1775958" az="9302491"/>
                      <am3d:postTrans dx="0" dy="0" dz="0"/>
                    </am3d:trans>
                    <am3d:raster rName="Office3DRenderer" rVer="16.0.8326">
                      <am3d:blip r:embed="rId5"/>
                    </am3d:raster>
                    <am3d:objViewport viewportSz="47671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9" name="3D モデル 8" descr="球">
                  <a:extLst>
                    <a:ext uri="{FF2B5EF4-FFF2-40B4-BE49-F238E27FC236}">
                      <a16:creationId xmlns:a16="http://schemas.microsoft.com/office/drawing/2014/main" id="{3FB56678-F7CB-B635-A2FB-34B9C70549B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9220" y="449253"/>
                  <a:ext cx="366705" cy="348369"/>
                </a:xfrm>
                <a:prstGeom prst="rect">
                  <a:avLst/>
                </a:prstGeom>
                <a:noFill/>
              </p:spPr>
            </p:pic>
          </mc:Fallback>
        </mc:AlternateContent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E5502E1-68C9-E246-7CED-8E5301451616}"/>
                </a:ext>
              </a:extLst>
            </p:cNvPr>
            <p:cNvSpPr txBox="1"/>
            <p:nvPr/>
          </p:nvSpPr>
          <p:spPr>
            <a:xfrm>
              <a:off x="412532" y="370856"/>
              <a:ext cx="355886" cy="246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b="1" dirty="0">
                  <a:solidFill>
                    <a:schemeClr val="bg1"/>
                  </a:solidFill>
                </a:rPr>
                <a:t>K</a:t>
              </a:r>
              <a:r>
                <a:rPr kumimoji="1" lang="en-US" altLang="ja-JP" sz="1000" b="1" baseline="30000" dirty="0">
                  <a:solidFill>
                    <a:schemeClr val="bg1"/>
                  </a:solidFill>
                </a:rPr>
                <a:t>+</a:t>
              </a:r>
              <a:endParaRPr kumimoji="1" lang="ja-JP" altLang="en-US" sz="1000" b="1" dirty="0">
                <a:solidFill>
                  <a:schemeClr val="bg1"/>
                </a:solidFill>
              </a:endParaRPr>
            </a:p>
          </p:txBody>
        </p:sp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406C5D10-8ED9-92CE-2100-4FE63DC1E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474" b="41813"/>
            <a:stretch/>
          </p:blipFill>
          <p:spPr>
            <a:xfrm>
              <a:off x="117806" y="90389"/>
              <a:ext cx="397718" cy="421197"/>
            </a:xfrm>
            <a:prstGeom prst="rect">
              <a:avLst/>
            </a:prstGeom>
          </p:spPr>
        </p:pic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3D53875-38AE-8C74-2510-4C83EC9E16F3}"/>
              </a:ext>
            </a:extLst>
          </p:cNvPr>
          <p:cNvGrpSpPr/>
          <p:nvPr/>
        </p:nvGrpSpPr>
        <p:grpSpPr>
          <a:xfrm>
            <a:off x="1681163" y="636002"/>
            <a:ext cx="771888" cy="723864"/>
            <a:chOff x="808877" y="580048"/>
            <a:chExt cx="771888" cy="723864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984C5E65-1D8C-C05A-B7DD-A7101A708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25"/>
            <a:stretch/>
          </p:blipFill>
          <p:spPr>
            <a:xfrm>
              <a:off x="1206596" y="580048"/>
              <a:ext cx="374168" cy="723864"/>
            </a:xfrm>
            <a:prstGeom prst="rect">
              <a:avLst/>
            </a:prstGeom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81F447AA-537D-23FE-6F58-6DAD52878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58187"/>
            <a:stretch/>
          </p:blipFill>
          <p:spPr>
            <a:xfrm>
              <a:off x="808877" y="1001245"/>
              <a:ext cx="771888" cy="30266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15" name="3D モデル 14" descr="赤い球">
                  <a:extLst>
                    <a:ext uri="{FF2B5EF4-FFF2-40B4-BE49-F238E27FC236}">
                      <a16:creationId xmlns:a16="http://schemas.microsoft.com/office/drawing/2014/main" id="{EABEDF3E-27A3-BB21-2E73-78846C8986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68221798"/>
                    </p:ext>
                  </p:extLst>
                </p:nvPr>
              </p:nvGraphicFramePr>
              <p:xfrm>
                <a:off x="1087545" y="816627"/>
                <a:ext cx="319703" cy="319703"/>
              </p:xfrm>
              <a:graphic>
                <a:graphicData uri="http://schemas.microsoft.com/office/drawing/2017/model3d">
                  <am3d:model3d r:embed="rId6">
                    <am3d:spPr>
                      <a:xfrm>
                        <a:off x="0" y="0"/>
                        <a:ext cx="319703" cy="319703"/>
                      </a:xfrm>
                      <a:prstGeom prst="rect">
                        <a:avLst/>
                      </a:prstGeom>
                    </am3d:spPr>
                    <am3d:camera>
                      <am3d:pos x="0" y="0" z="81469184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7143146" d="1000000"/>
                      <am3d:preTrans dx="-2" dy="-18000000" dz="3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8125269" ay="-1925256" az="-9142177"/>
                      <am3d:postTrans dx="0" dy="0" dz="0"/>
                    </am3d:trans>
                    <am3d:raster rName="Office3DRenderer" rVer="16.0.8326">
                      <am3d:blip r:embed="rId7"/>
                    </am3d:raster>
                    <am3d:objViewport viewportSz="439592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15" name="3D モデル 14" descr="赤い球">
                  <a:extLst>
                    <a:ext uri="{FF2B5EF4-FFF2-40B4-BE49-F238E27FC236}">
                      <a16:creationId xmlns:a16="http://schemas.microsoft.com/office/drawing/2014/main" id="{EABEDF3E-27A3-BB21-2E73-78846C89865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59831" y="872581"/>
                  <a:ext cx="319703" cy="31970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4E0CBB8-8E4D-A967-A151-291F552AE58A}"/>
                </a:ext>
              </a:extLst>
            </p:cNvPr>
            <p:cNvSpPr txBox="1"/>
            <p:nvPr/>
          </p:nvSpPr>
          <p:spPr>
            <a:xfrm>
              <a:off x="1050296" y="857250"/>
              <a:ext cx="426423" cy="239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b="1" dirty="0">
                  <a:ln w="3175">
                    <a:noFill/>
                  </a:ln>
                  <a:solidFill>
                    <a:schemeClr val="bg1">
                      <a:lumMod val="95000"/>
                    </a:schemeClr>
                  </a:solidFill>
                </a:rPr>
                <a:t>Na</a:t>
              </a:r>
              <a:r>
                <a:rPr kumimoji="1" lang="en-US" altLang="ja-JP" sz="1000" b="1" baseline="30000" dirty="0">
                  <a:ln w="3175">
                    <a:noFill/>
                  </a:ln>
                  <a:solidFill>
                    <a:schemeClr val="bg1">
                      <a:lumMod val="95000"/>
                    </a:schemeClr>
                  </a:solidFill>
                </a:rPr>
                <a:t>+</a:t>
              </a:r>
              <a:endParaRPr kumimoji="1" lang="ja-JP" altLang="en-US" sz="1000" b="1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CAA4BBBF-D6FD-66E3-0A5A-B2B0F2EFD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474" b="41813"/>
            <a:stretch/>
          </p:blipFill>
          <p:spPr>
            <a:xfrm>
              <a:off x="808877" y="580049"/>
              <a:ext cx="397718" cy="421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206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6</Words>
  <Application>Microsoft Office PowerPoint</Application>
  <PresentationFormat>ユーザー設定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八束　孝一</dc:creator>
  <cp:lastModifiedBy>八束　孝一</cp:lastModifiedBy>
  <cp:revision>1</cp:revision>
  <dcterms:created xsi:type="dcterms:W3CDTF">2025-07-14T09:25:47Z</dcterms:created>
  <dcterms:modified xsi:type="dcterms:W3CDTF">2025-07-14T09:33:57Z</dcterms:modified>
</cp:coreProperties>
</file>